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99" r:id="rId5"/>
    <p:sldMasterId id="2147483659" r:id="rId6"/>
    <p:sldMasterId id="2147483684" r:id="rId7"/>
  </p:sldMasterIdLst>
  <p:notesMasterIdLst>
    <p:notesMasterId r:id="rId33"/>
  </p:notesMasterIdLst>
  <p:handoutMasterIdLst>
    <p:handoutMasterId r:id="rId34"/>
  </p:handoutMasterIdLst>
  <p:sldIdLst>
    <p:sldId id="268" r:id="rId8"/>
    <p:sldId id="269" r:id="rId9"/>
    <p:sldId id="9752" r:id="rId10"/>
    <p:sldId id="270" r:id="rId11"/>
    <p:sldId id="9764" r:id="rId12"/>
    <p:sldId id="273" r:id="rId13"/>
    <p:sldId id="9756" r:id="rId14"/>
    <p:sldId id="9747" r:id="rId15"/>
    <p:sldId id="9758" r:id="rId16"/>
    <p:sldId id="262" r:id="rId17"/>
    <p:sldId id="9768" r:id="rId18"/>
    <p:sldId id="9770" r:id="rId19"/>
    <p:sldId id="9771" r:id="rId20"/>
    <p:sldId id="9772" r:id="rId21"/>
    <p:sldId id="9773" r:id="rId22"/>
    <p:sldId id="9775" r:id="rId23"/>
    <p:sldId id="9774" r:id="rId24"/>
    <p:sldId id="342" r:id="rId25"/>
    <p:sldId id="9754" r:id="rId26"/>
    <p:sldId id="9765" r:id="rId27"/>
    <p:sldId id="9776" r:id="rId28"/>
    <p:sldId id="9767" r:id="rId29"/>
    <p:sldId id="9769" r:id="rId30"/>
    <p:sldId id="9761" r:id="rId31"/>
    <p:sldId id="9762" r:id="rId32"/>
  </p:sldIdLst>
  <p:sldSz cx="12192000" cy="6858000"/>
  <p:notesSz cx="9144000" cy="6858000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7B88EB-0C47-4C42-AB08-6666467A385C}">
          <p14:sldIdLst>
            <p14:sldId id="268"/>
            <p14:sldId id="269"/>
            <p14:sldId id="9752"/>
            <p14:sldId id="270"/>
            <p14:sldId id="9764"/>
            <p14:sldId id="273"/>
            <p14:sldId id="9756"/>
            <p14:sldId id="9747"/>
            <p14:sldId id="9758"/>
            <p14:sldId id="262"/>
            <p14:sldId id="9768"/>
            <p14:sldId id="9770"/>
            <p14:sldId id="9771"/>
            <p14:sldId id="9772"/>
            <p14:sldId id="9773"/>
            <p14:sldId id="9775"/>
            <p14:sldId id="9774"/>
            <p14:sldId id="342"/>
            <p14:sldId id="9754"/>
            <p14:sldId id="9765"/>
            <p14:sldId id="9776"/>
            <p14:sldId id="9767"/>
            <p14:sldId id="9769"/>
            <p14:sldId id="9761"/>
            <p14:sldId id="9762"/>
          </p14:sldIdLst>
        </p14:section>
        <p14:section name="Formatting Guide" id="{2F5D2F82-0176-47F6-BE92-272198E97E98}">
          <p14:sldIdLst/>
        </p14:section>
        <p14:section name="Icons - All blue" id="{BE780326-1B43-4171-9429-235DAC8EEB0D}">
          <p14:sldIdLst/>
        </p14:section>
        <p14:section name="Icons - Turquoise" id="{9EB7115B-345B-4A6A-840B-5C980E135F3C}">
          <p14:sldIdLst/>
        </p14:section>
        <p14:section name="Icons - Rose" id="{7A275B9C-04AE-4385-96D7-25A5266E4C52}">
          <p14:sldIdLst/>
        </p14:section>
        <p14:section name="Product Logos" id="{94472201-0EC0-467A-9165-3EE4DF606293}">
          <p14:sldIdLst/>
        </p14:section>
      </p14:sectionLst>
    </p:ext>
    <p:ext uri="{EFAFB233-063F-42B5-8137-9DF3F51BA10A}">
      <p15:sldGuideLst xmlns:p15="http://schemas.microsoft.com/office/powerpoint/2012/main">
        <p15:guide id="2" pos="3834" userDrawn="1">
          <p15:clr>
            <a:srgbClr val="A4A3A4"/>
          </p15:clr>
        </p15:guide>
        <p15:guide id="3" orient="horz" pos="20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EEAF3B-45EF-BAA1-C7E2-56864809257F}" name="Jaime Nunez Frigols" initials="JNF" userId="S::jaimenunezfrigols@jmangroup.com::d4cd74ea-9bc2-43d6-b1ca-cb430b654c9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" initials="SK" lastIdx="1" clrIdx="0">
    <p:extLst>
      <p:ext uri="{19B8F6BF-5375-455C-9EA6-DF929625EA0E}">
        <p15:presenceInfo xmlns:p15="http://schemas.microsoft.com/office/powerpoint/2012/main" userId="S::sathishkumar@imitorgraphica.com::13cfecb2-67b5-47b5-8917-124861ec6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29DC7"/>
    <a:srgbClr val="1C4382"/>
    <a:srgbClr val="284679"/>
    <a:srgbClr val="55256A"/>
    <a:srgbClr val="C24B86"/>
    <a:srgbClr val="C54D87"/>
    <a:srgbClr val="BE4B86"/>
    <a:srgbClr val="7A51B6"/>
    <a:srgbClr val="3C287D"/>
    <a:srgbClr val="304A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099" autoAdjust="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>
        <p:guide pos="3834"/>
        <p:guide orient="horz" pos="2092"/>
      </p:guideLst>
    </p:cSldViewPr>
  </p:slideViewPr>
  <p:outlineViewPr>
    <p:cViewPr>
      <p:scale>
        <a:sx n="33" d="100"/>
        <a:sy n="33" d="100"/>
      </p:scale>
      <p:origin x="0" y="-104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-837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heme" Target="theme/theme1.xml"/><Relationship Id="rId21" Type="http://schemas.openxmlformats.org/officeDocument/2006/relationships/slide" Target="slides/slide14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ags" Target="tags/tag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ABEF0-A749-4FAC-4961-3D4BB00789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FEB04-0519-1863-5212-5950A780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55A1-989B-6943-A27A-1FBD0413D4A5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B76C-43AC-DF08-CDF0-66B1F12FE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BA83A-FED4-2D0E-09BC-81CAD0605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3FCA-6314-8F4D-AE0F-A13C4FBDDD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88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D801-C50E-3941-88AE-2805A8373381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FB1B-604A-654A-B4FF-ECE7AF17C7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8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0E81-D71F-4A9F-EE4B-3A9FD7CA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CDADE-0755-8763-BF2F-B6999DAAB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90DC2-F8B5-9BEC-0B1E-E71D676A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1BFFF-2846-1154-3872-85D7D21CE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18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hyperlink" Target="https://www.jmangroup.com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6A9045-2D20-6939-4AEB-A54BC8FA9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1E785-7F07-7914-8EA4-2BFB78DCD1CB}"/>
              </a:ext>
            </a:extLst>
          </p:cNvPr>
          <p:cNvSpPr txBox="1"/>
          <p:nvPr userDrawn="1"/>
        </p:nvSpPr>
        <p:spPr>
          <a:xfrm>
            <a:off x="383907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2F3A03-9B79-4876-BA57-480547756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/>
                </a:solidFill>
              </a:defRPr>
            </a:lvl1pPr>
          </a:lstStyle>
          <a:p>
            <a:fld id="{63FF4F9B-344A-49F0-823F-B16F7B337E2A}" type="datetime4">
              <a:rPr lang="en-GB" smtClean="0"/>
              <a:t>13 May 2026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8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2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6FD64-F8E1-D623-7953-867CAE5E180C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BF6E76C-F61B-415B-9246-4E4CDB1D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4FC070C-0C1A-4A7C-A551-7B5182511A7F}" type="datetime4">
              <a:rPr lang="en-GB" smtClean="0"/>
              <a:t>13 May 2026</a:t>
            </a:fld>
            <a:endParaRPr lang="en-GB" dirty="0"/>
          </a:p>
        </p:txBody>
      </p:sp>
      <p:pic>
        <p:nvPicPr>
          <p:cNvPr id="7" name="Picture 6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477AA42D-1C37-3A08-1087-BEA48A003B4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6" name="Picture 5" descr="A logo with red text&#10;&#10;AI-generated content may be incorrect.">
            <a:extLst>
              <a:ext uri="{FF2B5EF4-FFF2-40B4-BE49-F238E27FC236}">
                <a16:creationId xmlns:a16="http://schemas.microsoft.com/office/drawing/2014/main" id="{89E91720-9583-448C-D028-D871C2F5C8B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11BF67-ABF2-96A0-2E71-6B9D52807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43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3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727FE-405D-4A27-55AD-4A118BF6162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058ADA7-0FE6-4E57-9CFB-69F55800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DCDCB8D5-09BA-4706-AE19-4FD94245A50E}" type="datetime4">
              <a:rPr lang="en-GB" smtClean="0"/>
              <a:t>13 May 2026</a:t>
            </a:fld>
            <a:endParaRPr lang="en-GB" dirty="0"/>
          </a:p>
        </p:txBody>
      </p:sp>
      <p:pic>
        <p:nvPicPr>
          <p:cNvPr id="6" name="Picture 5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A09113AC-A26C-02BF-0AFC-0A46BE5E78E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9" name="Picture 8" descr="A logo with red text&#10;&#10;AI-generated content may be incorrect.">
            <a:extLst>
              <a:ext uri="{FF2B5EF4-FFF2-40B4-BE49-F238E27FC236}">
                <a16:creationId xmlns:a16="http://schemas.microsoft.com/office/drawing/2014/main" id="{4BCE17C3-7ECF-A77D-43A4-F1513A161D1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C83E3E-37A2-D617-3D48-E966B1548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8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4">
    <p:bg>
      <p:bgPr>
        <a:gradFill>
          <a:gsLst>
            <a:gs pos="0">
              <a:schemeClr val="bg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147EF-0B5A-890C-78C4-EEFA44DDF20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DA2D15-314E-430B-A8B1-76E7ED14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A4CC55A1-80DF-479A-92E0-EAFBC761A0D8}" type="datetime4">
              <a:rPr lang="en-GB" smtClean="0"/>
              <a:t>13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C71D4566-DF9A-3A9C-6F10-81CD32A22FD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B0147FCE-A946-C23D-E9A9-886603AFE4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F6866-0285-FD99-F9D3-AEAC99E0C6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5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103C-1BE3-E16B-2B3D-51AC90397095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B1D8C71-C46B-43FB-8718-0BC985FAD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7AF1F6EE-5D97-4D34-882D-A275F9980FBD}" type="datetime4">
              <a:rPr lang="en-GB" smtClean="0"/>
              <a:t>13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167AD048-59E8-FF1D-F213-5C8C10FE9E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75DEB30A-D874-1BBB-6C8D-0E3D6FBCE2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93ADE5-D2F3-AE8E-2920-5F908D4849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960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6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AA181-FFA2-C45B-0E73-89E90F538EBA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543F607-2559-4554-9D61-2F743E6BF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D81B7DBE-3DD4-4838-8942-75C2E1EA024D}" type="datetime4">
              <a:rPr lang="en-GB" smtClean="0"/>
              <a:t>13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6CE61FCE-8B93-1783-50DD-D148FDF14AD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6652DE40-260B-BD03-E0DE-26D3DAB6D9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078BBB-7E5A-81CE-0C48-1CA45C79B2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673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7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F2785-160F-B7C5-6AF4-70ED0AFEB08D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49909-1FC0-40F2-80E1-1EF4D787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3C819FC-230C-4DDF-90FD-2BD2931E47B3}" type="datetime4">
              <a:rPr lang="en-GB" smtClean="0"/>
              <a:t>13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54C8CF82-8FC9-E04A-9ACD-EEEFE80108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DDDB1FC9-80C0-95F2-427D-ED38F297B28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90A59-E90A-A395-C715-45B80AFDA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3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8">
    <p:bg>
      <p:bgPr>
        <a:gradFill>
          <a:gsLst>
            <a:gs pos="0">
              <a:schemeClr val="accent1"/>
            </a:gs>
            <a:gs pos="99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BBF3F-05AA-FF8D-1C04-4446E47B1814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1ABF9-DF93-4D97-AA87-3AB7C8C2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51E367F0-E56B-4C47-9172-1CF5ECA13C5F}" type="datetime4">
              <a:rPr lang="en-GB" smtClean="0"/>
              <a:t>13 May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69A2D153-0F4E-C796-AE70-B89EEEBDD1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CD3DA2EE-CADC-4291-BF03-EAE3686510B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958A86-12BC-B2F4-D430-22A17B0053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7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9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7A2575A-1B6D-FE94-B186-EA598A25F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3755" y="5"/>
            <a:ext cx="8377613" cy="6854893"/>
          </a:xfrm>
          <a:custGeom>
            <a:avLst/>
            <a:gdLst>
              <a:gd name="connsiteX0" fmla="*/ 820536 w 8377613"/>
              <a:gd name="connsiteY0" fmla="*/ 6758957 h 6854893"/>
              <a:gd name="connsiteX1" fmla="*/ 797675 w 8377613"/>
              <a:gd name="connsiteY1" fmla="*/ 6838999 h 6854893"/>
              <a:gd name="connsiteX2" fmla="*/ 779183 w 8377613"/>
              <a:gd name="connsiteY2" fmla="*/ 6838999 h 6854893"/>
              <a:gd name="connsiteX3" fmla="*/ 796978 w 8377613"/>
              <a:gd name="connsiteY3" fmla="*/ 6776815 h 6854893"/>
              <a:gd name="connsiteX4" fmla="*/ 5213067 w 8377613"/>
              <a:gd name="connsiteY4" fmla="*/ 6751421 h 6854893"/>
              <a:gd name="connsiteX5" fmla="*/ 5468657 w 8377613"/>
              <a:gd name="connsiteY5" fmla="*/ 6838998 h 6854893"/>
              <a:gd name="connsiteX6" fmla="*/ 5236688 w 8377613"/>
              <a:gd name="connsiteY6" fmla="*/ 6838998 h 6854893"/>
              <a:gd name="connsiteX7" fmla="*/ 3374160 w 8377613"/>
              <a:gd name="connsiteY7" fmla="*/ 6748192 h 6854893"/>
              <a:gd name="connsiteX8" fmla="*/ 3410446 w 8377613"/>
              <a:gd name="connsiteY8" fmla="*/ 6838999 h 6854893"/>
              <a:gd name="connsiteX9" fmla="*/ 3323814 w 8377613"/>
              <a:gd name="connsiteY9" fmla="*/ 6838999 h 6854893"/>
              <a:gd name="connsiteX10" fmla="*/ 4636849 w 8377613"/>
              <a:gd name="connsiteY10" fmla="*/ 6726535 h 6854893"/>
              <a:gd name="connsiteX11" fmla="*/ 4800931 w 8377613"/>
              <a:gd name="connsiteY11" fmla="*/ 6838999 h 6854893"/>
              <a:gd name="connsiteX12" fmla="*/ 4637102 w 8377613"/>
              <a:gd name="connsiteY12" fmla="*/ 6838999 h 6854893"/>
              <a:gd name="connsiteX13" fmla="*/ 7576834 w 8377613"/>
              <a:gd name="connsiteY13" fmla="*/ 6663020 h 6854893"/>
              <a:gd name="connsiteX14" fmla="*/ 7759218 w 8377613"/>
              <a:gd name="connsiteY14" fmla="*/ 6838998 h 6854893"/>
              <a:gd name="connsiteX15" fmla="*/ 6852176 w 8377613"/>
              <a:gd name="connsiteY15" fmla="*/ 6838998 h 6854893"/>
              <a:gd name="connsiteX16" fmla="*/ 6794358 w 8377613"/>
              <a:gd name="connsiteY16" fmla="*/ 6783209 h 6854893"/>
              <a:gd name="connsiteX17" fmla="*/ 2544314 w 8377613"/>
              <a:gd name="connsiteY17" fmla="*/ 6645290 h 6854893"/>
              <a:gd name="connsiteX18" fmla="*/ 2558689 w 8377613"/>
              <a:gd name="connsiteY18" fmla="*/ 6838998 h 6854893"/>
              <a:gd name="connsiteX19" fmla="*/ 2409679 w 8377613"/>
              <a:gd name="connsiteY19" fmla="*/ 6838998 h 6854893"/>
              <a:gd name="connsiteX20" fmla="*/ 2406196 w 8377613"/>
              <a:gd name="connsiteY20" fmla="*/ 6792011 h 6854893"/>
              <a:gd name="connsiteX21" fmla="*/ 5798468 w 8377613"/>
              <a:gd name="connsiteY21" fmla="*/ 6620847 h 6854893"/>
              <a:gd name="connsiteX22" fmla="*/ 6506345 w 8377613"/>
              <a:gd name="connsiteY22" fmla="*/ 6665110 h 6854893"/>
              <a:gd name="connsiteX23" fmla="*/ 6608429 w 8377613"/>
              <a:gd name="connsiteY23" fmla="*/ 6838998 h 6854893"/>
              <a:gd name="connsiteX24" fmla="*/ 5926453 w 8377613"/>
              <a:gd name="connsiteY24" fmla="*/ 6838998 h 6854893"/>
              <a:gd name="connsiteX25" fmla="*/ 4107873 w 8377613"/>
              <a:gd name="connsiteY25" fmla="*/ 6556763 h 6854893"/>
              <a:gd name="connsiteX26" fmla="*/ 4344909 w 8377613"/>
              <a:gd name="connsiteY26" fmla="*/ 6838998 h 6854893"/>
              <a:gd name="connsiteX27" fmla="*/ 4034350 w 8377613"/>
              <a:gd name="connsiteY27" fmla="*/ 6838998 h 6854893"/>
              <a:gd name="connsiteX28" fmla="*/ 1275228 w 8377613"/>
              <a:gd name="connsiteY28" fmla="*/ 6488942 h 6854893"/>
              <a:gd name="connsiteX29" fmla="*/ 1185429 w 8377613"/>
              <a:gd name="connsiteY29" fmla="*/ 6838998 h 6854893"/>
              <a:gd name="connsiteX30" fmla="*/ 1126788 w 8377613"/>
              <a:gd name="connsiteY30" fmla="*/ 6838998 h 6854893"/>
              <a:gd name="connsiteX31" fmla="*/ 1204618 w 8377613"/>
              <a:gd name="connsiteY31" fmla="*/ 6535485 h 6854893"/>
              <a:gd name="connsiteX32" fmla="*/ 8377613 w 8377613"/>
              <a:gd name="connsiteY32" fmla="*/ 6386674 h 6854893"/>
              <a:gd name="connsiteX33" fmla="*/ 8377613 w 8377613"/>
              <a:gd name="connsiteY33" fmla="*/ 6581333 h 6854893"/>
              <a:gd name="connsiteX34" fmla="*/ 8168758 w 8377613"/>
              <a:gd name="connsiteY34" fmla="*/ 6662387 h 6854893"/>
              <a:gd name="connsiteX35" fmla="*/ 7958194 w 8377613"/>
              <a:gd name="connsiteY35" fmla="*/ 6549480 h 6854893"/>
              <a:gd name="connsiteX36" fmla="*/ 3658881 w 8377613"/>
              <a:gd name="connsiteY36" fmla="*/ 6261736 h 6854893"/>
              <a:gd name="connsiteX37" fmla="*/ 3920297 w 8377613"/>
              <a:gd name="connsiteY37" fmla="*/ 6832919 h 6854893"/>
              <a:gd name="connsiteX38" fmla="*/ 3916877 w 8377613"/>
              <a:gd name="connsiteY38" fmla="*/ 6838998 h 6854893"/>
              <a:gd name="connsiteX39" fmla="*/ 3635006 w 8377613"/>
              <a:gd name="connsiteY39" fmla="*/ 6838998 h 6854893"/>
              <a:gd name="connsiteX40" fmla="*/ 3500688 w 8377613"/>
              <a:gd name="connsiteY40" fmla="*/ 6545491 h 6854893"/>
              <a:gd name="connsiteX41" fmla="*/ 2929726 w 8377613"/>
              <a:gd name="connsiteY41" fmla="*/ 6256860 h 6854893"/>
              <a:gd name="connsiteX42" fmla="*/ 2997550 w 8377613"/>
              <a:gd name="connsiteY42" fmla="*/ 6838998 h 6854893"/>
              <a:gd name="connsiteX43" fmla="*/ 2797878 w 8377613"/>
              <a:gd name="connsiteY43" fmla="*/ 6838998 h 6854893"/>
              <a:gd name="connsiteX44" fmla="*/ 2751965 w 8377613"/>
              <a:gd name="connsiteY44" fmla="*/ 6444553 h 6854893"/>
              <a:gd name="connsiteX45" fmla="*/ 1729921 w 8377613"/>
              <a:gd name="connsiteY45" fmla="*/ 6218929 h 6854893"/>
              <a:gd name="connsiteX46" fmla="*/ 1591423 w 8377613"/>
              <a:gd name="connsiteY46" fmla="*/ 6838999 h 6854893"/>
              <a:gd name="connsiteX47" fmla="*/ 1490479 w 8377613"/>
              <a:gd name="connsiteY47" fmla="*/ 6838999 h 6854893"/>
              <a:gd name="connsiteX48" fmla="*/ 1612195 w 8377613"/>
              <a:gd name="connsiteY48" fmla="*/ 6294158 h 6854893"/>
              <a:gd name="connsiteX49" fmla="*/ 7074899 w 8377613"/>
              <a:gd name="connsiteY49" fmla="*/ 6187710 h 6854893"/>
              <a:gd name="connsiteX50" fmla="*/ 7335619 w 8377613"/>
              <a:gd name="connsiteY50" fmla="*/ 6440500 h 6854893"/>
              <a:gd name="connsiteX51" fmla="*/ 6612797 w 8377613"/>
              <a:gd name="connsiteY51" fmla="*/ 6587348 h 6854893"/>
              <a:gd name="connsiteX52" fmla="*/ 6352014 w 8377613"/>
              <a:gd name="connsiteY52" fmla="*/ 6334622 h 6854893"/>
              <a:gd name="connsiteX53" fmla="*/ 5164749 w 8377613"/>
              <a:gd name="connsiteY53" fmla="*/ 6063342 h 6854893"/>
              <a:gd name="connsiteX54" fmla="*/ 5164749 w 8377613"/>
              <a:gd name="connsiteY54" fmla="*/ 6193726 h 6854893"/>
              <a:gd name="connsiteX55" fmla="*/ 5641416 w 8377613"/>
              <a:gd name="connsiteY55" fmla="*/ 6327023 h 6854893"/>
              <a:gd name="connsiteX56" fmla="*/ 5532049 w 8377613"/>
              <a:gd name="connsiteY56" fmla="*/ 6140027 h 6854893"/>
              <a:gd name="connsiteX57" fmla="*/ 4763251 w 8377613"/>
              <a:gd name="connsiteY57" fmla="*/ 6062708 h 6854893"/>
              <a:gd name="connsiteX58" fmla="*/ 4730701 w 8377613"/>
              <a:gd name="connsiteY58" fmla="*/ 6186190 h 6854893"/>
              <a:gd name="connsiteX59" fmla="*/ 4730764 w 8377613"/>
              <a:gd name="connsiteY59" fmla="*/ 6186190 h 6854893"/>
              <a:gd name="connsiteX60" fmla="*/ 5140304 w 8377613"/>
              <a:gd name="connsiteY60" fmla="*/ 6433344 h 6854893"/>
              <a:gd name="connsiteX61" fmla="*/ 5085272 w 8377613"/>
              <a:gd name="connsiteY61" fmla="*/ 6228491 h 6854893"/>
              <a:gd name="connsiteX62" fmla="*/ 4390441 w 8377613"/>
              <a:gd name="connsiteY62" fmla="*/ 5960250 h 6854893"/>
              <a:gd name="connsiteX63" fmla="*/ 4329520 w 8377613"/>
              <a:gd name="connsiteY63" fmla="*/ 6068914 h 6854893"/>
              <a:gd name="connsiteX64" fmla="*/ 4329520 w 8377613"/>
              <a:gd name="connsiteY64" fmla="*/ 6068978 h 6854893"/>
              <a:gd name="connsiteX65" fmla="*/ 4648375 w 8377613"/>
              <a:gd name="connsiteY65" fmla="*/ 6406938 h 6854893"/>
              <a:gd name="connsiteX66" fmla="*/ 4648248 w 8377613"/>
              <a:gd name="connsiteY66" fmla="*/ 6198982 h 6854893"/>
              <a:gd name="connsiteX67" fmla="*/ 2184613 w 8377613"/>
              <a:gd name="connsiteY67" fmla="*/ 5948851 h 6854893"/>
              <a:gd name="connsiteX68" fmla="*/ 2056944 w 8377613"/>
              <a:gd name="connsiteY68" fmla="*/ 6634397 h 6854893"/>
              <a:gd name="connsiteX69" fmla="*/ 1892166 w 8377613"/>
              <a:gd name="connsiteY69" fmla="*/ 6738376 h 6854893"/>
              <a:gd name="connsiteX70" fmla="*/ 2019835 w 8377613"/>
              <a:gd name="connsiteY70" fmla="*/ 6052829 h 6854893"/>
              <a:gd name="connsiteX71" fmla="*/ 5957547 w 8377613"/>
              <a:gd name="connsiteY71" fmla="*/ 5932577 h 6854893"/>
              <a:gd name="connsiteX72" fmla="*/ 5957484 w 8377613"/>
              <a:gd name="connsiteY72" fmla="*/ 5932641 h 6854893"/>
              <a:gd name="connsiteX73" fmla="*/ 5568335 w 8377613"/>
              <a:gd name="connsiteY73" fmla="*/ 5955944 h 6854893"/>
              <a:gd name="connsiteX74" fmla="*/ 5602722 w 8377613"/>
              <a:gd name="connsiteY74" fmla="*/ 6084429 h 6854893"/>
              <a:gd name="connsiteX75" fmla="*/ 6116753 w 8377613"/>
              <a:gd name="connsiteY75" fmla="*/ 6087405 h 6854893"/>
              <a:gd name="connsiteX76" fmla="*/ 8149696 w 8377613"/>
              <a:gd name="connsiteY76" fmla="*/ 5897559 h 6854893"/>
              <a:gd name="connsiteX77" fmla="*/ 8377612 w 8377613"/>
              <a:gd name="connsiteY77" fmla="*/ 6020851 h 6854893"/>
              <a:gd name="connsiteX78" fmla="*/ 8377612 w 8377613"/>
              <a:gd name="connsiteY78" fmla="*/ 6061632 h 6854893"/>
              <a:gd name="connsiteX79" fmla="*/ 7665050 w 8377613"/>
              <a:gd name="connsiteY79" fmla="*/ 6372426 h 6854893"/>
              <a:gd name="connsiteX80" fmla="*/ 7395401 w 8377613"/>
              <a:gd name="connsiteY80" fmla="*/ 6226591 h 6854893"/>
              <a:gd name="connsiteX81" fmla="*/ 3315201 w 8377613"/>
              <a:gd name="connsiteY81" fmla="*/ 5868430 h 6854893"/>
              <a:gd name="connsiteX82" fmla="*/ 3415893 w 8377613"/>
              <a:gd name="connsiteY82" fmla="*/ 6475645 h 6854893"/>
              <a:gd name="connsiteX83" fmla="*/ 3198362 w 8377613"/>
              <a:gd name="connsiteY83" fmla="*/ 6704308 h 6854893"/>
              <a:gd name="connsiteX84" fmla="*/ 3097671 w 8377613"/>
              <a:gd name="connsiteY84" fmla="*/ 6097094 h 6854893"/>
              <a:gd name="connsiteX85" fmla="*/ 4069814 w 8377613"/>
              <a:gd name="connsiteY85" fmla="*/ 5768568 h 6854893"/>
              <a:gd name="connsiteX86" fmla="*/ 3986158 w 8377613"/>
              <a:gd name="connsiteY86" fmla="*/ 5856019 h 6854893"/>
              <a:gd name="connsiteX87" fmla="*/ 4198179 w 8377613"/>
              <a:gd name="connsiteY87" fmla="*/ 6256987 h 6854893"/>
              <a:gd name="connsiteX88" fmla="*/ 4249854 w 8377613"/>
              <a:gd name="connsiteY88" fmla="*/ 6060049 h 6854893"/>
              <a:gd name="connsiteX89" fmla="*/ 2639306 w 8377613"/>
              <a:gd name="connsiteY89" fmla="*/ 5678837 h 6854893"/>
              <a:gd name="connsiteX90" fmla="*/ 2546657 w 8377613"/>
              <a:gd name="connsiteY90" fmla="*/ 6321894 h 6854893"/>
              <a:gd name="connsiteX91" fmla="*/ 2334763 w 8377613"/>
              <a:gd name="connsiteY91" fmla="*/ 6454494 h 6854893"/>
              <a:gd name="connsiteX92" fmla="*/ 2427411 w 8377613"/>
              <a:gd name="connsiteY92" fmla="*/ 5811438 h 6854893"/>
              <a:gd name="connsiteX93" fmla="*/ 555320 w 8377613"/>
              <a:gd name="connsiteY93" fmla="*/ 5619123 h 6854893"/>
              <a:gd name="connsiteX94" fmla="*/ 136977 w 8377613"/>
              <a:gd name="connsiteY94" fmla="*/ 6330063 h 6854893"/>
              <a:gd name="connsiteX95" fmla="*/ 110634 w 8377613"/>
              <a:gd name="connsiteY95" fmla="*/ 6341018 h 6854893"/>
              <a:gd name="connsiteX96" fmla="*/ 529039 w 8377613"/>
              <a:gd name="connsiteY96" fmla="*/ 5630078 h 6854893"/>
              <a:gd name="connsiteX97" fmla="*/ 6330040 w 8377613"/>
              <a:gd name="connsiteY97" fmla="*/ 5613741 h 6854893"/>
              <a:gd name="connsiteX98" fmla="*/ 5945262 w 8377613"/>
              <a:gd name="connsiteY98" fmla="*/ 5741465 h 6854893"/>
              <a:gd name="connsiteX99" fmla="*/ 6013710 w 8377613"/>
              <a:gd name="connsiteY99" fmla="*/ 5858790 h 6854893"/>
              <a:gd name="connsiteX100" fmla="*/ 6013655 w 8377613"/>
              <a:gd name="connsiteY100" fmla="*/ 5858805 h 6854893"/>
              <a:gd name="connsiteX101" fmla="*/ 6013719 w 8377613"/>
              <a:gd name="connsiteY101" fmla="*/ 5858805 h 6854893"/>
              <a:gd name="connsiteX102" fmla="*/ 6013710 w 8377613"/>
              <a:gd name="connsiteY102" fmla="*/ 5858790 h 6854893"/>
              <a:gd name="connsiteX103" fmla="*/ 6530852 w 8377613"/>
              <a:gd name="connsiteY103" fmla="*/ 5723418 h 6854893"/>
              <a:gd name="connsiteX104" fmla="*/ 7519966 w 8377613"/>
              <a:gd name="connsiteY104" fmla="*/ 5564348 h 6854893"/>
              <a:gd name="connsiteX105" fmla="*/ 7848636 w 8377613"/>
              <a:gd name="connsiteY105" fmla="*/ 5743175 h 6854893"/>
              <a:gd name="connsiteX106" fmla="*/ 7161278 w 8377613"/>
              <a:gd name="connsiteY106" fmla="*/ 6082466 h 6854893"/>
              <a:gd name="connsiteX107" fmla="*/ 6832608 w 8377613"/>
              <a:gd name="connsiteY107" fmla="*/ 5903702 h 6854893"/>
              <a:gd name="connsiteX108" fmla="*/ 3819669 w 8377613"/>
              <a:gd name="connsiteY108" fmla="*/ 5505710 h 6854893"/>
              <a:gd name="connsiteX109" fmla="*/ 3720182 w 8377613"/>
              <a:gd name="connsiteY109" fmla="*/ 5567324 h 6854893"/>
              <a:gd name="connsiteX110" fmla="*/ 3817326 w 8377613"/>
              <a:gd name="connsiteY110" fmla="*/ 6000841 h 6854893"/>
              <a:gd name="connsiteX111" fmla="*/ 3817390 w 8377613"/>
              <a:gd name="connsiteY111" fmla="*/ 6000778 h 6854893"/>
              <a:gd name="connsiteX112" fmla="*/ 3914344 w 8377613"/>
              <a:gd name="connsiteY112" fmla="*/ 5827396 h 6854893"/>
              <a:gd name="connsiteX113" fmla="*/ 1044842 w 8377613"/>
              <a:gd name="connsiteY113" fmla="*/ 5478797 h 6854893"/>
              <a:gd name="connsiteX114" fmla="*/ 669499 w 8377613"/>
              <a:gd name="connsiteY114" fmla="*/ 6158328 h 6854893"/>
              <a:gd name="connsiteX115" fmla="*/ 592303 w 8377613"/>
              <a:gd name="connsiteY115" fmla="*/ 6184481 h 6854893"/>
              <a:gd name="connsiteX116" fmla="*/ 967646 w 8377613"/>
              <a:gd name="connsiteY116" fmla="*/ 5504950 h 6854893"/>
              <a:gd name="connsiteX117" fmla="*/ 3093935 w 8377613"/>
              <a:gd name="connsiteY117" fmla="*/ 5408824 h 6854893"/>
              <a:gd name="connsiteX118" fmla="*/ 3036307 w 8377613"/>
              <a:gd name="connsiteY118" fmla="*/ 6009390 h 6854893"/>
              <a:gd name="connsiteX119" fmla="*/ 2777360 w 8377613"/>
              <a:gd name="connsiteY119" fmla="*/ 6170676 h 6854893"/>
              <a:gd name="connsiteX120" fmla="*/ 2834988 w 8377613"/>
              <a:gd name="connsiteY120" fmla="*/ 5570110 h 6854893"/>
              <a:gd name="connsiteX121" fmla="*/ 1534301 w 8377613"/>
              <a:gd name="connsiteY121" fmla="*/ 5338470 h 6854893"/>
              <a:gd name="connsiteX122" fmla="*/ 1202084 w 8377613"/>
              <a:gd name="connsiteY122" fmla="*/ 5986656 h 6854893"/>
              <a:gd name="connsiteX123" fmla="*/ 1074036 w 8377613"/>
              <a:gd name="connsiteY123" fmla="*/ 6028006 h 6854893"/>
              <a:gd name="connsiteX124" fmla="*/ 1406253 w 8377613"/>
              <a:gd name="connsiteY124" fmla="*/ 5379821 h 6854893"/>
              <a:gd name="connsiteX125" fmla="*/ 6620271 w 8377613"/>
              <a:gd name="connsiteY125" fmla="*/ 5199221 h 6854893"/>
              <a:gd name="connsiteX126" fmla="*/ 6267409 w 8377613"/>
              <a:gd name="connsiteY126" fmla="*/ 5428644 h 6854893"/>
              <a:gd name="connsiteX127" fmla="*/ 6367150 w 8377613"/>
              <a:gd name="connsiteY127" fmla="*/ 5525847 h 6854893"/>
              <a:gd name="connsiteX128" fmla="*/ 6850973 w 8377613"/>
              <a:gd name="connsiteY128" fmla="*/ 5253236 h 6854893"/>
              <a:gd name="connsiteX129" fmla="*/ 2023823 w 8377613"/>
              <a:gd name="connsiteY129" fmla="*/ 5198081 h 6854893"/>
              <a:gd name="connsiteX130" fmla="*/ 1734670 w 8377613"/>
              <a:gd name="connsiteY130" fmla="*/ 5814921 h 6854893"/>
              <a:gd name="connsiteX131" fmla="*/ 1555769 w 8377613"/>
              <a:gd name="connsiteY131" fmla="*/ 5871533 h 6854893"/>
              <a:gd name="connsiteX132" fmla="*/ 1844923 w 8377613"/>
              <a:gd name="connsiteY132" fmla="*/ 5254693 h 6854893"/>
              <a:gd name="connsiteX133" fmla="*/ 3652738 w 8377613"/>
              <a:gd name="connsiteY133" fmla="*/ 5193332 h 6854893"/>
              <a:gd name="connsiteX134" fmla="*/ 3545017 w 8377613"/>
              <a:gd name="connsiteY134" fmla="*/ 5226450 h 6854893"/>
              <a:gd name="connsiteX135" fmla="*/ 3527349 w 8377613"/>
              <a:gd name="connsiteY135" fmla="*/ 5661614 h 6854893"/>
              <a:gd name="connsiteX136" fmla="*/ 3660590 w 8377613"/>
              <a:gd name="connsiteY136" fmla="*/ 5521984 h 6854893"/>
              <a:gd name="connsiteX137" fmla="*/ 8377612 w 8377613"/>
              <a:gd name="connsiteY137" fmla="*/ 5103475 h 6854893"/>
              <a:gd name="connsiteX138" fmla="*/ 8377612 w 8377613"/>
              <a:gd name="connsiteY138" fmla="*/ 5417753 h 6854893"/>
              <a:gd name="connsiteX139" fmla="*/ 8161538 w 8377613"/>
              <a:gd name="connsiteY139" fmla="*/ 5587524 h 6854893"/>
              <a:gd name="connsiteX140" fmla="*/ 7852183 w 8377613"/>
              <a:gd name="connsiteY140" fmla="*/ 5516348 h 6854893"/>
              <a:gd name="connsiteX141" fmla="*/ 2513347 w 8377613"/>
              <a:gd name="connsiteY141" fmla="*/ 5057755 h 6854893"/>
              <a:gd name="connsiteX142" fmla="*/ 2267256 w 8377613"/>
              <a:gd name="connsiteY142" fmla="*/ 5643249 h 6854893"/>
              <a:gd name="connsiteX143" fmla="*/ 2037503 w 8377613"/>
              <a:gd name="connsiteY143" fmla="*/ 5715059 h 6854893"/>
              <a:gd name="connsiteX144" fmla="*/ 2283531 w 8377613"/>
              <a:gd name="connsiteY144" fmla="*/ 5129628 h 6854893"/>
              <a:gd name="connsiteX145" fmla="*/ 3002806 w 8377613"/>
              <a:gd name="connsiteY145" fmla="*/ 4917428 h 6854893"/>
              <a:gd name="connsiteX146" fmla="*/ 2799841 w 8377613"/>
              <a:gd name="connsiteY146" fmla="*/ 5471514 h 6854893"/>
              <a:gd name="connsiteX147" fmla="*/ 2519173 w 8377613"/>
              <a:gd name="connsiteY147" fmla="*/ 5558585 h 6854893"/>
              <a:gd name="connsiteX148" fmla="*/ 2722201 w 8377613"/>
              <a:gd name="connsiteY148" fmla="*/ 5004499 h 6854893"/>
              <a:gd name="connsiteX149" fmla="*/ 3575415 w 8377613"/>
              <a:gd name="connsiteY149" fmla="*/ 4855118 h 6854893"/>
              <a:gd name="connsiteX150" fmla="*/ 3467125 w 8377613"/>
              <a:gd name="connsiteY150" fmla="*/ 4859170 h 6854893"/>
              <a:gd name="connsiteX151" fmla="*/ 3342432 w 8377613"/>
              <a:gd name="connsiteY151" fmla="*/ 5266788 h 6854893"/>
              <a:gd name="connsiteX152" fmla="*/ 3500942 w 8377613"/>
              <a:gd name="connsiteY152" fmla="*/ 5168382 h 6854893"/>
              <a:gd name="connsiteX153" fmla="*/ 7802471 w 8377613"/>
              <a:gd name="connsiteY153" fmla="*/ 4830421 h 6854893"/>
              <a:gd name="connsiteX154" fmla="*/ 8179904 w 8377613"/>
              <a:gd name="connsiteY154" fmla="*/ 4918125 h 6854893"/>
              <a:gd name="connsiteX155" fmla="*/ 7578988 w 8377613"/>
              <a:gd name="connsiteY155" fmla="*/ 5437446 h 6854893"/>
              <a:gd name="connsiteX156" fmla="*/ 7201618 w 8377613"/>
              <a:gd name="connsiteY156" fmla="*/ 5349679 h 6854893"/>
              <a:gd name="connsiteX157" fmla="*/ 7048366 w 8377613"/>
              <a:gd name="connsiteY157" fmla="*/ 4703900 h 6854893"/>
              <a:gd name="connsiteX158" fmla="*/ 6802338 w 8377613"/>
              <a:gd name="connsiteY158" fmla="*/ 4712765 h 6854893"/>
              <a:gd name="connsiteX159" fmla="*/ 6802401 w 8377613"/>
              <a:gd name="connsiteY159" fmla="*/ 4712828 h 6854893"/>
              <a:gd name="connsiteX160" fmla="*/ 6508498 w 8377613"/>
              <a:gd name="connsiteY160" fmla="*/ 5033818 h 6854893"/>
              <a:gd name="connsiteX161" fmla="*/ 6634330 w 8377613"/>
              <a:gd name="connsiteY161" fmla="*/ 5102715 h 6854893"/>
              <a:gd name="connsiteX162" fmla="*/ 3486250 w 8377613"/>
              <a:gd name="connsiteY162" fmla="*/ 4491637 h 6854893"/>
              <a:gd name="connsiteX163" fmla="*/ 3268972 w 8377613"/>
              <a:gd name="connsiteY163" fmla="*/ 4845999 h 6854893"/>
              <a:gd name="connsiteX164" fmla="*/ 3269036 w 8377613"/>
              <a:gd name="connsiteY164" fmla="*/ 4846063 h 6854893"/>
              <a:gd name="connsiteX165" fmla="*/ 3440717 w 8377613"/>
              <a:gd name="connsiteY165" fmla="*/ 4793060 h 6854893"/>
              <a:gd name="connsiteX166" fmla="*/ 3587827 w 8377613"/>
              <a:gd name="connsiteY166" fmla="*/ 4515321 h 6854893"/>
              <a:gd name="connsiteX167" fmla="*/ 592683 w 8377613"/>
              <a:gd name="connsiteY167" fmla="*/ 4472450 h 6854893"/>
              <a:gd name="connsiteX168" fmla="*/ 27168 w 8377613"/>
              <a:gd name="connsiteY168" fmla="*/ 5039517 h 6854893"/>
              <a:gd name="connsiteX169" fmla="*/ 0 w 8377613"/>
              <a:gd name="connsiteY169" fmla="*/ 5043190 h 6854893"/>
              <a:gd name="connsiteX170" fmla="*/ 565516 w 8377613"/>
              <a:gd name="connsiteY170" fmla="*/ 4476123 h 6854893"/>
              <a:gd name="connsiteX171" fmla="*/ 1082269 w 8377613"/>
              <a:gd name="connsiteY171" fmla="*/ 4463774 h 6854893"/>
              <a:gd name="connsiteX172" fmla="*/ 564566 w 8377613"/>
              <a:gd name="connsiteY172" fmla="*/ 5012034 h 6854893"/>
              <a:gd name="connsiteX173" fmla="*/ 486356 w 8377613"/>
              <a:gd name="connsiteY173" fmla="*/ 5017227 h 6854893"/>
              <a:gd name="connsiteX174" fmla="*/ 1004059 w 8377613"/>
              <a:gd name="connsiteY174" fmla="*/ 4468967 h 6854893"/>
              <a:gd name="connsiteX175" fmla="*/ 1571791 w 8377613"/>
              <a:gd name="connsiteY175" fmla="*/ 4455036 h 6854893"/>
              <a:gd name="connsiteX176" fmla="*/ 1101900 w 8377613"/>
              <a:gd name="connsiteY176" fmla="*/ 4984552 h 6854893"/>
              <a:gd name="connsiteX177" fmla="*/ 972712 w 8377613"/>
              <a:gd name="connsiteY177" fmla="*/ 4991264 h 6854893"/>
              <a:gd name="connsiteX178" fmla="*/ 1442603 w 8377613"/>
              <a:gd name="connsiteY178" fmla="*/ 4461748 h 6854893"/>
              <a:gd name="connsiteX179" fmla="*/ 2061377 w 8377613"/>
              <a:gd name="connsiteY179" fmla="*/ 4446360 h 6854893"/>
              <a:gd name="connsiteX180" fmla="*/ 1639298 w 8377613"/>
              <a:gd name="connsiteY180" fmla="*/ 4957132 h 6854893"/>
              <a:gd name="connsiteX181" fmla="*/ 1459068 w 8377613"/>
              <a:gd name="connsiteY181" fmla="*/ 4965301 h 6854893"/>
              <a:gd name="connsiteX182" fmla="*/ 1881083 w 8377613"/>
              <a:gd name="connsiteY182" fmla="*/ 4454592 h 6854893"/>
              <a:gd name="connsiteX183" fmla="*/ 2550900 w 8377613"/>
              <a:gd name="connsiteY183" fmla="*/ 4437685 h 6854893"/>
              <a:gd name="connsiteX184" fmla="*/ 2176633 w 8377613"/>
              <a:gd name="connsiteY184" fmla="*/ 4929650 h 6854893"/>
              <a:gd name="connsiteX185" fmla="*/ 1945361 w 8377613"/>
              <a:gd name="connsiteY185" fmla="*/ 4939402 h 6854893"/>
              <a:gd name="connsiteX186" fmla="*/ 2319627 w 8377613"/>
              <a:gd name="connsiteY186" fmla="*/ 4447374 h 6854893"/>
              <a:gd name="connsiteX187" fmla="*/ 3040486 w 8377613"/>
              <a:gd name="connsiteY187" fmla="*/ 4428946 h 6854893"/>
              <a:gd name="connsiteX188" fmla="*/ 2714032 w 8377613"/>
              <a:gd name="connsiteY188" fmla="*/ 4902167 h 6854893"/>
              <a:gd name="connsiteX189" fmla="*/ 2431717 w 8377613"/>
              <a:gd name="connsiteY189" fmla="*/ 4913439 h 6854893"/>
              <a:gd name="connsiteX190" fmla="*/ 2758171 w 8377613"/>
              <a:gd name="connsiteY190" fmla="*/ 4440218 h 6854893"/>
              <a:gd name="connsiteX191" fmla="*/ 8377612 w 8377613"/>
              <a:gd name="connsiteY191" fmla="*/ 4361190 h 6854893"/>
              <a:gd name="connsiteX192" fmla="*/ 8377612 w 8377613"/>
              <a:gd name="connsiteY192" fmla="*/ 4683509 h 6854893"/>
              <a:gd name="connsiteX193" fmla="*/ 8123605 w 8377613"/>
              <a:gd name="connsiteY193" fmla="*/ 4693705 h 6854893"/>
              <a:gd name="connsiteX194" fmla="*/ 3595426 w 8377613"/>
              <a:gd name="connsiteY194" fmla="*/ 4148357 h 6854893"/>
              <a:gd name="connsiteX195" fmla="*/ 3305449 w 8377613"/>
              <a:gd name="connsiteY195" fmla="*/ 4428820 h 6854893"/>
              <a:gd name="connsiteX196" fmla="*/ 3478080 w 8377613"/>
              <a:gd name="connsiteY196" fmla="*/ 4422234 h 6854893"/>
              <a:gd name="connsiteX197" fmla="*/ 3683832 w 8377613"/>
              <a:gd name="connsiteY197" fmla="*/ 4196547 h 6854893"/>
              <a:gd name="connsiteX198" fmla="*/ 7101561 w 8377613"/>
              <a:gd name="connsiteY198" fmla="*/ 4109603 h 6854893"/>
              <a:gd name="connsiteX199" fmla="*/ 7101546 w 8377613"/>
              <a:gd name="connsiteY199" fmla="*/ 4109627 h 6854893"/>
              <a:gd name="connsiteX200" fmla="*/ 6856800 w 8377613"/>
              <a:gd name="connsiteY200" fmla="*/ 4184579 h 6854893"/>
              <a:gd name="connsiteX201" fmla="*/ 6646299 w 8377613"/>
              <a:gd name="connsiteY201" fmla="*/ 4579911 h 6854893"/>
              <a:gd name="connsiteX202" fmla="*/ 6790939 w 8377613"/>
              <a:gd name="connsiteY202" fmla="*/ 4613916 h 6854893"/>
              <a:gd name="connsiteX203" fmla="*/ 7101546 w 8377613"/>
              <a:gd name="connsiteY203" fmla="*/ 4109627 h 6854893"/>
              <a:gd name="connsiteX204" fmla="*/ 7101624 w 8377613"/>
              <a:gd name="connsiteY204" fmla="*/ 4109603 h 6854893"/>
              <a:gd name="connsiteX205" fmla="*/ 8294843 w 8377613"/>
              <a:gd name="connsiteY205" fmla="*/ 4016073 h 6854893"/>
              <a:gd name="connsiteX206" fmla="*/ 7828309 w 8377613"/>
              <a:gd name="connsiteY206" fmla="*/ 4689461 h 6854893"/>
              <a:gd name="connsiteX207" fmla="*/ 7425988 w 8377613"/>
              <a:gd name="connsiteY207" fmla="*/ 4704596 h 6854893"/>
              <a:gd name="connsiteX208" fmla="*/ 7892523 w 8377613"/>
              <a:gd name="connsiteY208" fmla="*/ 4031207 h 6854893"/>
              <a:gd name="connsiteX209" fmla="*/ 2932006 w 8377613"/>
              <a:gd name="connsiteY209" fmla="*/ 3914945 h 6854893"/>
              <a:gd name="connsiteX210" fmla="*/ 3197032 w 8377613"/>
              <a:gd name="connsiteY210" fmla="*/ 3975926 h 6854893"/>
              <a:gd name="connsiteX211" fmla="*/ 2776030 w 8377613"/>
              <a:gd name="connsiteY211" fmla="*/ 4341243 h 6854893"/>
              <a:gd name="connsiteX212" fmla="*/ 2511067 w 8377613"/>
              <a:gd name="connsiteY212" fmla="*/ 4280262 h 6854893"/>
              <a:gd name="connsiteX213" fmla="*/ 3782306 w 8377613"/>
              <a:gd name="connsiteY213" fmla="*/ 3851051 h 6854893"/>
              <a:gd name="connsiteX214" fmla="*/ 3782306 w 8377613"/>
              <a:gd name="connsiteY214" fmla="*/ 3851114 h 6854893"/>
              <a:gd name="connsiteX215" fmla="*/ 3443123 w 8377613"/>
              <a:gd name="connsiteY215" fmla="*/ 4043113 h 6854893"/>
              <a:gd name="connsiteX216" fmla="*/ 3605116 w 8377613"/>
              <a:gd name="connsiteY216" fmla="*/ 4080664 h 6854893"/>
              <a:gd name="connsiteX217" fmla="*/ 3852410 w 8377613"/>
              <a:gd name="connsiteY217" fmla="*/ 3919124 h 6854893"/>
              <a:gd name="connsiteX218" fmla="*/ 2522973 w 8377613"/>
              <a:gd name="connsiteY218" fmla="*/ 3810460 h 6854893"/>
              <a:gd name="connsiteX219" fmla="*/ 2740187 w 8377613"/>
              <a:gd name="connsiteY219" fmla="*/ 3859979 h 6854893"/>
              <a:gd name="connsiteX220" fmla="*/ 2270106 w 8377613"/>
              <a:gd name="connsiteY220" fmla="*/ 4230869 h 6854893"/>
              <a:gd name="connsiteX221" fmla="*/ 2052892 w 8377613"/>
              <a:gd name="connsiteY221" fmla="*/ 4181413 h 6854893"/>
              <a:gd name="connsiteX222" fmla="*/ 2113876 w 8377613"/>
              <a:gd name="connsiteY222" fmla="*/ 3706038 h 6854893"/>
              <a:gd name="connsiteX223" fmla="*/ 2283277 w 8377613"/>
              <a:gd name="connsiteY223" fmla="*/ 3743969 h 6854893"/>
              <a:gd name="connsiteX224" fmla="*/ 1764181 w 8377613"/>
              <a:gd name="connsiteY224" fmla="*/ 4120558 h 6854893"/>
              <a:gd name="connsiteX225" fmla="*/ 1594716 w 8377613"/>
              <a:gd name="connsiteY225" fmla="*/ 4082626 h 6854893"/>
              <a:gd name="connsiteX226" fmla="*/ 4029854 w 8377613"/>
              <a:gd name="connsiteY226" fmla="*/ 3616815 h 6854893"/>
              <a:gd name="connsiteX227" fmla="*/ 3667050 w 8377613"/>
              <a:gd name="connsiteY227" fmla="*/ 3712624 h 6854893"/>
              <a:gd name="connsiteX228" fmla="*/ 3808144 w 8377613"/>
              <a:gd name="connsiteY228" fmla="*/ 3789310 h 6854893"/>
              <a:gd name="connsiteX229" fmla="*/ 4078046 w 8377613"/>
              <a:gd name="connsiteY229" fmla="*/ 3699136 h 6854893"/>
              <a:gd name="connsiteX230" fmla="*/ 4029854 w 8377613"/>
              <a:gd name="connsiteY230" fmla="*/ 3616878 h 6854893"/>
              <a:gd name="connsiteX231" fmla="*/ 1704780 w 8377613"/>
              <a:gd name="connsiteY231" fmla="*/ 3601554 h 6854893"/>
              <a:gd name="connsiteX232" fmla="*/ 1826432 w 8377613"/>
              <a:gd name="connsiteY232" fmla="*/ 3628023 h 6854893"/>
              <a:gd name="connsiteX233" fmla="*/ 1258257 w 8377613"/>
              <a:gd name="connsiteY233" fmla="*/ 4010248 h 6854893"/>
              <a:gd name="connsiteX234" fmla="*/ 1136541 w 8377613"/>
              <a:gd name="connsiteY234" fmla="*/ 3983778 h 6854893"/>
              <a:gd name="connsiteX235" fmla="*/ 6998147 w 8377613"/>
              <a:gd name="connsiteY235" fmla="*/ 3509607 h 6854893"/>
              <a:gd name="connsiteX236" fmla="*/ 6772004 w 8377613"/>
              <a:gd name="connsiteY236" fmla="*/ 3649363 h 6854893"/>
              <a:gd name="connsiteX237" fmla="*/ 6664917 w 8377613"/>
              <a:gd name="connsiteY237" fmla="*/ 4095545 h 6854893"/>
              <a:gd name="connsiteX238" fmla="*/ 6819183 w 8377613"/>
              <a:gd name="connsiteY238" fmla="*/ 4090162 h 6854893"/>
              <a:gd name="connsiteX239" fmla="*/ 6998084 w 8377613"/>
              <a:gd name="connsiteY239" fmla="*/ 3509671 h 6854893"/>
              <a:gd name="connsiteX240" fmla="*/ 1295683 w 8377613"/>
              <a:gd name="connsiteY240" fmla="*/ 3497132 h 6854893"/>
              <a:gd name="connsiteX241" fmla="*/ 1369586 w 8377613"/>
              <a:gd name="connsiteY241" fmla="*/ 3512013 h 6854893"/>
              <a:gd name="connsiteX242" fmla="*/ 752268 w 8377613"/>
              <a:gd name="connsiteY242" fmla="*/ 3899873 h 6854893"/>
              <a:gd name="connsiteX243" fmla="*/ 678365 w 8377613"/>
              <a:gd name="connsiteY243" fmla="*/ 3884992 h 6854893"/>
              <a:gd name="connsiteX244" fmla="*/ 3224262 w 8377613"/>
              <a:gd name="connsiteY244" fmla="*/ 3461671 h 6854893"/>
              <a:gd name="connsiteX245" fmla="*/ 3455155 w 8377613"/>
              <a:gd name="connsiteY245" fmla="*/ 3586610 h 6854893"/>
              <a:gd name="connsiteX246" fmla="*/ 2973295 w 8377613"/>
              <a:gd name="connsiteY246" fmla="*/ 3825785 h 6854893"/>
              <a:gd name="connsiteX247" fmla="*/ 2742339 w 8377613"/>
              <a:gd name="connsiteY247" fmla="*/ 3700783 h 6854893"/>
              <a:gd name="connsiteX248" fmla="*/ 3957344 w 8377613"/>
              <a:gd name="connsiteY248" fmla="*/ 3456542 h 6854893"/>
              <a:gd name="connsiteX249" fmla="*/ 4069307 w 8377613"/>
              <a:gd name="connsiteY249" fmla="*/ 3564952 h 6854893"/>
              <a:gd name="connsiteX250" fmla="*/ 4342376 w 8377613"/>
              <a:gd name="connsiteY250" fmla="*/ 3548045 h 6854893"/>
              <a:gd name="connsiteX251" fmla="*/ 4318058 w 8377613"/>
              <a:gd name="connsiteY251" fmla="*/ 3457935 h 6854893"/>
              <a:gd name="connsiteX252" fmla="*/ 4318121 w 8377613"/>
              <a:gd name="connsiteY252" fmla="*/ 3457871 h 6854893"/>
              <a:gd name="connsiteX253" fmla="*/ 886586 w 8377613"/>
              <a:gd name="connsiteY253" fmla="*/ 3392648 h 6854893"/>
              <a:gd name="connsiteX254" fmla="*/ 912741 w 8377613"/>
              <a:gd name="connsiteY254" fmla="*/ 3396068 h 6854893"/>
              <a:gd name="connsiteX255" fmla="*/ 246345 w 8377613"/>
              <a:gd name="connsiteY255" fmla="*/ 3789563 h 6854893"/>
              <a:gd name="connsiteX256" fmla="*/ 220255 w 8377613"/>
              <a:gd name="connsiteY256" fmla="*/ 3786144 h 6854893"/>
              <a:gd name="connsiteX257" fmla="*/ 8377612 w 8377613"/>
              <a:gd name="connsiteY257" fmla="*/ 3340344 h 6854893"/>
              <a:gd name="connsiteX258" fmla="*/ 8377612 w 8377613"/>
              <a:gd name="connsiteY258" fmla="*/ 3748466 h 6854893"/>
              <a:gd name="connsiteX259" fmla="*/ 8179017 w 8377613"/>
              <a:gd name="connsiteY259" fmla="*/ 3810080 h 6854893"/>
              <a:gd name="connsiteX260" fmla="*/ 4290511 w 8377613"/>
              <a:gd name="connsiteY260" fmla="*/ 3287721 h 6854893"/>
              <a:gd name="connsiteX261" fmla="*/ 4367517 w 8377613"/>
              <a:gd name="connsiteY261" fmla="*/ 3418801 h 6854893"/>
              <a:gd name="connsiteX262" fmla="*/ 4625387 w 8377613"/>
              <a:gd name="connsiteY262" fmla="*/ 3472056 h 6854893"/>
              <a:gd name="connsiteX263" fmla="*/ 4625260 w 8377613"/>
              <a:gd name="connsiteY263" fmla="*/ 3380553 h 6854893"/>
              <a:gd name="connsiteX264" fmla="*/ 2870261 w 8377613"/>
              <a:gd name="connsiteY264" fmla="*/ 3258911 h 6854893"/>
              <a:gd name="connsiteX265" fmla="*/ 3059737 w 8377613"/>
              <a:gd name="connsiteY265" fmla="*/ 3360923 h 6854893"/>
              <a:gd name="connsiteX266" fmla="*/ 2530825 w 8377613"/>
              <a:gd name="connsiteY266" fmla="*/ 3592878 h 6854893"/>
              <a:gd name="connsiteX267" fmla="*/ 2341412 w 8377613"/>
              <a:gd name="connsiteY267" fmla="*/ 3490927 h 6854893"/>
              <a:gd name="connsiteX268" fmla="*/ 4641916 w 8377613"/>
              <a:gd name="connsiteY268" fmla="*/ 3212429 h 6854893"/>
              <a:gd name="connsiteX269" fmla="*/ 4680862 w 8377613"/>
              <a:gd name="connsiteY269" fmla="*/ 3356110 h 6854893"/>
              <a:gd name="connsiteX270" fmla="*/ 4680862 w 8377613"/>
              <a:gd name="connsiteY270" fmla="*/ 3356046 h 6854893"/>
              <a:gd name="connsiteX271" fmla="*/ 4721645 w 8377613"/>
              <a:gd name="connsiteY271" fmla="*/ 3376943 h 6854893"/>
              <a:gd name="connsiteX272" fmla="*/ 4748433 w 8377613"/>
              <a:gd name="connsiteY272" fmla="*/ 3276387 h 6854893"/>
              <a:gd name="connsiteX273" fmla="*/ 3608408 w 8377613"/>
              <a:gd name="connsiteY273" fmla="*/ 3106554 h 6854893"/>
              <a:gd name="connsiteX274" fmla="*/ 3791805 w 8377613"/>
              <a:gd name="connsiteY274" fmla="*/ 3283480 h 6854893"/>
              <a:gd name="connsiteX275" fmla="*/ 3284741 w 8377613"/>
              <a:gd name="connsiteY275" fmla="*/ 3387646 h 6854893"/>
              <a:gd name="connsiteX276" fmla="*/ 3101344 w 8377613"/>
              <a:gd name="connsiteY276" fmla="*/ 3210722 h 6854893"/>
              <a:gd name="connsiteX277" fmla="*/ 8172114 w 8377613"/>
              <a:gd name="connsiteY277" fmla="*/ 3096359 h 6854893"/>
              <a:gd name="connsiteX278" fmla="*/ 7881250 w 8377613"/>
              <a:gd name="connsiteY278" fmla="*/ 3885372 h 6854893"/>
              <a:gd name="connsiteX279" fmla="*/ 7481146 w 8377613"/>
              <a:gd name="connsiteY279" fmla="*/ 4008601 h 6854893"/>
              <a:gd name="connsiteX280" fmla="*/ 7772010 w 8377613"/>
              <a:gd name="connsiteY280" fmla="*/ 3219588 h 6854893"/>
              <a:gd name="connsiteX281" fmla="*/ 2516324 w 8377613"/>
              <a:gd name="connsiteY281" fmla="*/ 3056211 h 6854893"/>
              <a:gd name="connsiteX282" fmla="*/ 2664257 w 8377613"/>
              <a:gd name="connsiteY282" fmla="*/ 3135177 h 6854893"/>
              <a:gd name="connsiteX283" fmla="*/ 2088355 w 8377613"/>
              <a:gd name="connsiteY283" fmla="*/ 3360037 h 6854893"/>
              <a:gd name="connsiteX284" fmla="*/ 1940422 w 8377613"/>
              <a:gd name="connsiteY284" fmla="*/ 3281137 h 6854893"/>
              <a:gd name="connsiteX285" fmla="*/ 6735844 w 8377613"/>
              <a:gd name="connsiteY285" fmla="*/ 2946469 h 6854893"/>
              <a:gd name="connsiteX286" fmla="*/ 6735781 w 8377613"/>
              <a:gd name="connsiteY286" fmla="*/ 2946531 h 6854893"/>
              <a:gd name="connsiteX287" fmla="*/ 6545544 w 8377613"/>
              <a:gd name="connsiteY287" fmla="*/ 3145052 h 6854893"/>
              <a:gd name="connsiteX288" fmla="*/ 6555803 w 8377613"/>
              <a:gd name="connsiteY288" fmla="*/ 3613459 h 6854893"/>
              <a:gd name="connsiteX289" fmla="*/ 6709373 w 8377613"/>
              <a:gd name="connsiteY289" fmla="*/ 3566599 h 6854893"/>
              <a:gd name="connsiteX290" fmla="*/ 2162385 w 8377613"/>
              <a:gd name="connsiteY290" fmla="*/ 2853512 h 6854893"/>
              <a:gd name="connsiteX291" fmla="*/ 2268838 w 8377613"/>
              <a:gd name="connsiteY291" fmla="*/ 2909426 h 6854893"/>
              <a:gd name="connsiteX292" fmla="*/ 1645948 w 8377613"/>
              <a:gd name="connsiteY292" fmla="*/ 3127198 h 6854893"/>
              <a:gd name="connsiteX293" fmla="*/ 1539494 w 8377613"/>
              <a:gd name="connsiteY293" fmla="*/ 3071283 h 6854893"/>
              <a:gd name="connsiteX294" fmla="*/ 3556733 w 8377613"/>
              <a:gd name="connsiteY294" fmla="*/ 2837743 h 6854893"/>
              <a:gd name="connsiteX295" fmla="*/ 4053665 w 8377613"/>
              <a:gd name="connsiteY295" fmla="*/ 2867760 h 6854893"/>
              <a:gd name="connsiteX296" fmla="*/ 4179940 w 8377613"/>
              <a:gd name="connsiteY296" fmla="*/ 3081857 h 6854893"/>
              <a:gd name="connsiteX297" fmla="*/ 3683008 w 8377613"/>
              <a:gd name="connsiteY297" fmla="*/ 3051843 h 6854893"/>
              <a:gd name="connsiteX298" fmla="*/ 3330146 w 8377613"/>
              <a:gd name="connsiteY298" fmla="*/ 2824762 h 6854893"/>
              <a:gd name="connsiteX299" fmla="*/ 3480739 w 8377613"/>
              <a:gd name="connsiteY299" fmla="*/ 2969394 h 6854893"/>
              <a:gd name="connsiteX300" fmla="*/ 2931752 w 8377613"/>
              <a:gd name="connsiteY300" fmla="*/ 3054882 h 6854893"/>
              <a:gd name="connsiteX301" fmla="*/ 2781159 w 8377613"/>
              <a:gd name="connsiteY301" fmla="*/ 2910314 h 6854893"/>
              <a:gd name="connsiteX302" fmla="*/ 1808447 w 8377613"/>
              <a:gd name="connsiteY302" fmla="*/ 2650810 h 6854893"/>
              <a:gd name="connsiteX303" fmla="*/ 1873358 w 8377613"/>
              <a:gd name="connsiteY303" fmla="*/ 2683675 h 6854893"/>
              <a:gd name="connsiteX304" fmla="*/ 1203478 w 8377613"/>
              <a:gd name="connsiteY304" fmla="*/ 2894357 h 6854893"/>
              <a:gd name="connsiteX305" fmla="*/ 1138567 w 8377613"/>
              <a:gd name="connsiteY305" fmla="*/ 2861491 h 6854893"/>
              <a:gd name="connsiteX306" fmla="*/ 4072536 w 8377613"/>
              <a:gd name="connsiteY306" fmla="*/ 2600024 h 6854893"/>
              <a:gd name="connsiteX307" fmla="*/ 4526595 w 8377613"/>
              <a:gd name="connsiteY307" fmla="*/ 2754536 h 6854893"/>
              <a:gd name="connsiteX308" fmla="*/ 4590619 w 8377613"/>
              <a:gd name="connsiteY308" fmla="*/ 2989341 h 6854893"/>
              <a:gd name="connsiteX309" fmla="*/ 4136560 w 8377613"/>
              <a:gd name="connsiteY309" fmla="*/ 2834831 h 6854893"/>
              <a:gd name="connsiteX310" fmla="*/ 3051822 w 8377613"/>
              <a:gd name="connsiteY310" fmla="*/ 2542972 h 6854893"/>
              <a:gd name="connsiteX311" fmla="*/ 3169611 w 8377613"/>
              <a:gd name="connsiteY311" fmla="*/ 2655244 h 6854893"/>
              <a:gd name="connsiteX312" fmla="*/ 2578764 w 8377613"/>
              <a:gd name="connsiteY312" fmla="*/ 2722114 h 6854893"/>
              <a:gd name="connsiteX313" fmla="*/ 2461038 w 8377613"/>
              <a:gd name="connsiteY313" fmla="*/ 2609840 h 6854893"/>
              <a:gd name="connsiteX314" fmla="*/ 3334136 w 8377613"/>
              <a:gd name="connsiteY314" fmla="*/ 2471985 h 6854893"/>
              <a:gd name="connsiteX315" fmla="*/ 3865328 w 8377613"/>
              <a:gd name="connsiteY315" fmla="*/ 2530307 h 6854893"/>
              <a:gd name="connsiteX316" fmla="*/ 3969186 w 8377613"/>
              <a:gd name="connsiteY316" fmla="*/ 2705459 h 6854893"/>
              <a:gd name="connsiteX317" fmla="*/ 3438057 w 8377613"/>
              <a:gd name="connsiteY317" fmla="*/ 2647136 h 6854893"/>
              <a:gd name="connsiteX318" fmla="*/ 6323644 w 8377613"/>
              <a:gd name="connsiteY318" fmla="*/ 2462165 h 6854893"/>
              <a:gd name="connsiteX319" fmla="*/ 6323662 w 8377613"/>
              <a:gd name="connsiteY319" fmla="*/ 2462248 h 6854893"/>
              <a:gd name="connsiteX320" fmla="*/ 6185020 w 8377613"/>
              <a:gd name="connsiteY320" fmla="*/ 2709004 h 6854893"/>
              <a:gd name="connsiteX321" fmla="*/ 6318958 w 8377613"/>
              <a:gd name="connsiteY321" fmla="*/ 3167722 h 6854893"/>
              <a:gd name="connsiteX322" fmla="*/ 6460812 w 8377613"/>
              <a:gd name="connsiteY322" fmla="*/ 3080272 h 6854893"/>
              <a:gd name="connsiteX323" fmla="*/ 6323662 w 8377613"/>
              <a:gd name="connsiteY323" fmla="*/ 2462248 h 6854893"/>
              <a:gd name="connsiteX324" fmla="*/ 6323708 w 8377613"/>
              <a:gd name="connsiteY324" fmla="*/ 2462165 h 6854893"/>
              <a:gd name="connsiteX325" fmla="*/ 1454445 w 8377613"/>
              <a:gd name="connsiteY325" fmla="*/ 2448107 h 6854893"/>
              <a:gd name="connsiteX326" fmla="*/ 1477877 w 8377613"/>
              <a:gd name="connsiteY326" fmla="*/ 2457922 h 6854893"/>
              <a:gd name="connsiteX327" fmla="*/ 761071 w 8377613"/>
              <a:gd name="connsiteY327" fmla="*/ 2661508 h 6854893"/>
              <a:gd name="connsiteX328" fmla="*/ 737640 w 8377613"/>
              <a:gd name="connsiteY328" fmla="*/ 2651630 h 6854893"/>
              <a:gd name="connsiteX329" fmla="*/ 2773559 w 8377613"/>
              <a:gd name="connsiteY329" fmla="*/ 2261241 h 6854893"/>
              <a:gd name="connsiteX330" fmla="*/ 2858482 w 8377613"/>
              <a:gd name="connsiteY330" fmla="*/ 2341154 h 6854893"/>
              <a:gd name="connsiteX331" fmla="*/ 2225775 w 8377613"/>
              <a:gd name="connsiteY331" fmla="*/ 2389347 h 6854893"/>
              <a:gd name="connsiteX332" fmla="*/ 2140853 w 8377613"/>
              <a:gd name="connsiteY332" fmla="*/ 2309430 h 6854893"/>
              <a:gd name="connsiteX333" fmla="*/ 7806081 w 8377613"/>
              <a:gd name="connsiteY333" fmla="*/ 2223312 h 6854893"/>
              <a:gd name="connsiteX334" fmla="*/ 7722172 w 8377613"/>
              <a:gd name="connsiteY334" fmla="*/ 3078945 h 6854893"/>
              <a:gd name="connsiteX335" fmla="*/ 7352781 w 8377613"/>
              <a:gd name="connsiteY335" fmla="*/ 3308051 h 6854893"/>
              <a:gd name="connsiteX336" fmla="*/ 7436690 w 8377613"/>
              <a:gd name="connsiteY336" fmla="*/ 2452419 h 6854893"/>
              <a:gd name="connsiteX337" fmla="*/ 3956837 w 8377613"/>
              <a:gd name="connsiteY337" fmla="*/ 2197219 h 6854893"/>
              <a:gd name="connsiteX338" fmla="*/ 4435657 w 8377613"/>
              <a:gd name="connsiteY338" fmla="*/ 2387189 h 6854893"/>
              <a:gd name="connsiteX339" fmla="*/ 4488536 w 8377613"/>
              <a:gd name="connsiteY339" fmla="*/ 2579443 h 6854893"/>
              <a:gd name="connsiteX340" fmla="*/ 4009715 w 8377613"/>
              <a:gd name="connsiteY340" fmla="*/ 2389471 h 6854893"/>
              <a:gd name="connsiteX341" fmla="*/ 3111603 w 8377613"/>
              <a:gd name="connsiteY341" fmla="*/ 2106224 h 6854893"/>
              <a:gd name="connsiteX342" fmla="*/ 3676992 w 8377613"/>
              <a:gd name="connsiteY342" fmla="*/ 2192851 h 6854893"/>
              <a:gd name="connsiteX343" fmla="*/ 3758368 w 8377613"/>
              <a:gd name="connsiteY343" fmla="*/ 2329060 h 6854893"/>
              <a:gd name="connsiteX344" fmla="*/ 3192979 w 8377613"/>
              <a:gd name="connsiteY344" fmla="*/ 2242432 h 6854893"/>
              <a:gd name="connsiteX345" fmla="*/ 5781750 w 8377613"/>
              <a:gd name="connsiteY345" fmla="*/ 2095963 h 6854893"/>
              <a:gd name="connsiteX346" fmla="*/ 5707593 w 8377613"/>
              <a:gd name="connsiteY346" fmla="*/ 2376487 h 6854893"/>
              <a:gd name="connsiteX347" fmla="*/ 5963247 w 8377613"/>
              <a:gd name="connsiteY347" fmla="*/ 2792400 h 6854893"/>
              <a:gd name="connsiteX348" fmla="*/ 6082683 w 8377613"/>
              <a:gd name="connsiteY348" fmla="*/ 2668031 h 6854893"/>
              <a:gd name="connsiteX349" fmla="*/ 2495298 w 8377613"/>
              <a:gd name="connsiteY349" fmla="*/ 1979451 h 6854893"/>
              <a:gd name="connsiteX350" fmla="*/ 2547417 w 8377613"/>
              <a:gd name="connsiteY350" fmla="*/ 2027072 h 6854893"/>
              <a:gd name="connsiteX351" fmla="*/ 1872851 w 8377613"/>
              <a:gd name="connsiteY351" fmla="*/ 2056580 h 6854893"/>
              <a:gd name="connsiteX352" fmla="*/ 1820669 w 8377613"/>
              <a:gd name="connsiteY352" fmla="*/ 2008961 h 6854893"/>
              <a:gd name="connsiteX353" fmla="*/ 8377613 w 8377613"/>
              <a:gd name="connsiteY353" fmla="*/ 1857548 h 6854893"/>
              <a:gd name="connsiteX354" fmla="*/ 8377613 w 8377613"/>
              <a:gd name="connsiteY354" fmla="*/ 2230399 h 6854893"/>
              <a:gd name="connsiteX355" fmla="*/ 8303646 w 8377613"/>
              <a:gd name="connsiteY355" fmla="*/ 2736295 h 6854893"/>
              <a:gd name="connsiteX356" fmla="*/ 8001383 w 8377613"/>
              <a:gd name="connsiteY356" fmla="*/ 2924622 h 6854893"/>
              <a:gd name="connsiteX357" fmla="*/ 8135321 w 8377613"/>
              <a:gd name="connsiteY357" fmla="*/ 2008513 h 6854893"/>
              <a:gd name="connsiteX358" fmla="*/ 3841137 w 8377613"/>
              <a:gd name="connsiteY358" fmla="*/ 1794411 h 6854893"/>
              <a:gd name="connsiteX359" fmla="*/ 4344718 w 8377613"/>
              <a:gd name="connsiteY359" fmla="*/ 2019845 h 6854893"/>
              <a:gd name="connsiteX360" fmla="*/ 4386451 w 8377613"/>
              <a:gd name="connsiteY360" fmla="*/ 2169480 h 6854893"/>
              <a:gd name="connsiteX361" fmla="*/ 3882870 w 8377613"/>
              <a:gd name="connsiteY361" fmla="*/ 1944046 h 6854893"/>
              <a:gd name="connsiteX362" fmla="*/ 2889006 w 8377613"/>
              <a:gd name="connsiteY362" fmla="*/ 1740524 h 6854893"/>
              <a:gd name="connsiteX363" fmla="*/ 3488655 w 8377613"/>
              <a:gd name="connsiteY363" fmla="*/ 1855394 h 6854893"/>
              <a:gd name="connsiteX364" fmla="*/ 3547613 w 8377613"/>
              <a:gd name="connsiteY364" fmla="*/ 1952660 h 6854893"/>
              <a:gd name="connsiteX365" fmla="*/ 2947964 w 8377613"/>
              <a:gd name="connsiteY365" fmla="*/ 1837790 h 6854893"/>
              <a:gd name="connsiteX366" fmla="*/ 2216973 w 8377613"/>
              <a:gd name="connsiteY366" fmla="*/ 1697653 h 6854893"/>
              <a:gd name="connsiteX367" fmla="*/ 2236289 w 8377613"/>
              <a:gd name="connsiteY367" fmla="*/ 1712914 h 6854893"/>
              <a:gd name="connsiteX368" fmla="*/ 1519863 w 8377613"/>
              <a:gd name="connsiteY368" fmla="*/ 1723806 h 6854893"/>
              <a:gd name="connsiteX369" fmla="*/ 1500548 w 8377613"/>
              <a:gd name="connsiteY369" fmla="*/ 1708545 h 6854893"/>
              <a:gd name="connsiteX370" fmla="*/ 4596319 w 8377613"/>
              <a:gd name="connsiteY370" fmla="*/ 1684169 h 6854893"/>
              <a:gd name="connsiteX371" fmla="*/ 5007949 w 8377613"/>
              <a:gd name="connsiteY371" fmla="*/ 2025486 h 6854893"/>
              <a:gd name="connsiteX372" fmla="*/ 5009468 w 8377613"/>
              <a:gd name="connsiteY372" fmla="*/ 2177779 h 6854893"/>
              <a:gd name="connsiteX373" fmla="*/ 4597839 w 8377613"/>
              <a:gd name="connsiteY373" fmla="*/ 1836527 h 6854893"/>
              <a:gd name="connsiteX374" fmla="*/ 7207825 w 8377613"/>
              <a:gd name="connsiteY374" fmla="*/ 1461648 h 6854893"/>
              <a:gd name="connsiteX375" fmla="*/ 7349425 w 8377613"/>
              <a:gd name="connsiteY375" fmla="*/ 2327223 h 6854893"/>
              <a:gd name="connsiteX376" fmla="*/ 7038867 w 8377613"/>
              <a:gd name="connsiteY376" fmla="*/ 2652392 h 6854893"/>
              <a:gd name="connsiteX377" fmla="*/ 6897266 w 8377613"/>
              <a:gd name="connsiteY377" fmla="*/ 1786755 h 6854893"/>
              <a:gd name="connsiteX378" fmla="*/ 3725438 w 8377613"/>
              <a:gd name="connsiteY378" fmla="*/ 1391544 h 6854893"/>
              <a:gd name="connsiteX379" fmla="*/ 4253780 w 8377613"/>
              <a:gd name="connsiteY379" fmla="*/ 1652503 h 6854893"/>
              <a:gd name="connsiteX380" fmla="*/ 4284367 w 8377613"/>
              <a:gd name="connsiteY380" fmla="*/ 1759584 h 6854893"/>
              <a:gd name="connsiteX381" fmla="*/ 3756025 w 8377613"/>
              <a:gd name="connsiteY381" fmla="*/ 1498625 h 6854893"/>
              <a:gd name="connsiteX382" fmla="*/ 2666409 w 8377613"/>
              <a:gd name="connsiteY382" fmla="*/ 1374763 h 6854893"/>
              <a:gd name="connsiteX383" fmla="*/ 3300319 w 8377613"/>
              <a:gd name="connsiteY383" fmla="*/ 1517939 h 6854893"/>
              <a:gd name="connsiteX384" fmla="*/ 3336859 w 8377613"/>
              <a:gd name="connsiteY384" fmla="*/ 1576260 h 6854893"/>
              <a:gd name="connsiteX385" fmla="*/ 2702949 w 8377613"/>
              <a:gd name="connsiteY385" fmla="*/ 1433084 h 6854893"/>
              <a:gd name="connsiteX386" fmla="*/ 5247201 w 8377613"/>
              <a:gd name="connsiteY386" fmla="*/ 1300358 h 6854893"/>
              <a:gd name="connsiteX387" fmla="*/ 5828549 w 8377613"/>
              <a:gd name="connsiteY387" fmla="*/ 1919225 h 6854893"/>
              <a:gd name="connsiteX388" fmla="*/ 5826649 w 8377613"/>
              <a:gd name="connsiteY388" fmla="*/ 1926508 h 6854893"/>
              <a:gd name="connsiteX389" fmla="*/ 6025244 w 8377613"/>
              <a:gd name="connsiteY389" fmla="*/ 1573096 h 6854893"/>
              <a:gd name="connsiteX390" fmla="*/ 6411163 w 8377613"/>
              <a:gd name="connsiteY390" fmla="*/ 2306640 h 6854893"/>
              <a:gd name="connsiteX391" fmla="*/ 6407553 w 8377613"/>
              <a:gd name="connsiteY391" fmla="*/ 2313037 h 6854893"/>
              <a:gd name="connsiteX392" fmla="*/ 6679925 w 8377613"/>
              <a:gd name="connsiteY392" fmla="*/ 2028776 h 6854893"/>
              <a:gd name="connsiteX393" fmla="*/ 6855786 w 8377613"/>
              <a:gd name="connsiteY393" fmla="*/ 2821403 h 6854893"/>
              <a:gd name="connsiteX394" fmla="*/ 6850847 w 8377613"/>
              <a:gd name="connsiteY394" fmla="*/ 2826532 h 6854893"/>
              <a:gd name="connsiteX395" fmla="*/ 7174578 w 8377613"/>
              <a:gd name="connsiteY395" fmla="*/ 2626427 h 6854893"/>
              <a:gd name="connsiteX396" fmla="*/ 7140634 w 8377613"/>
              <a:gd name="connsiteY396" fmla="*/ 3421650 h 6854893"/>
              <a:gd name="connsiteX397" fmla="*/ 7134808 w 8377613"/>
              <a:gd name="connsiteY397" fmla="*/ 3425260 h 6854893"/>
              <a:gd name="connsiteX398" fmla="*/ 7485263 w 8377613"/>
              <a:gd name="connsiteY398" fmla="*/ 3317926 h 6854893"/>
              <a:gd name="connsiteX399" fmla="*/ 7255827 w 8377613"/>
              <a:gd name="connsiteY399" fmla="*/ 4062363 h 6854893"/>
              <a:gd name="connsiteX400" fmla="*/ 7249494 w 8377613"/>
              <a:gd name="connsiteY400" fmla="*/ 4064326 h 6854893"/>
              <a:gd name="connsiteX401" fmla="*/ 7601723 w 8377613"/>
              <a:gd name="connsiteY401" fmla="*/ 4051598 h 6854893"/>
              <a:gd name="connsiteX402" fmla="*/ 7203392 w 8377613"/>
              <a:gd name="connsiteY402" fmla="*/ 4698391 h 6854893"/>
              <a:gd name="connsiteX403" fmla="*/ 7197059 w 8377613"/>
              <a:gd name="connsiteY403" fmla="*/ 4698644 h 6854893"/>
              <a:gd name="connsiteX404" fmla="*/ 7527376 w 8377613"/>
              <a:gd name="connsiteY404" fmla="*/ 4775963 h 6854893"/>
              <a:gd name="connsiteX405" fmla="*/ 6996437 w 8377613"/>
              <a:gd name="connsiteY405" fmla="*/ 5287368 h 6854893"/>
              <a:gd name="connsiteX406" fmla="*/ 6990484 w 8377613"/>
              <a:gd name="connsiteY406" fmla="*/ 5285975 h 6854893"/>
              <a:gd name="connsiteX407" fmla="*/ 7277992 w 8377613"/>
              <a:gd name="connsiteY407" fmla="*/ 5443019 h 6854893"/>
              <a:gd name="connsiteX408" fmla="*/ 6657571 w 8377613"/>
              <a:gd name="connsiteY408" fmla="*/ 5792568 h 6854893"/>
              <a:gd name="connsiteX409" fmla="*/ 6652378 w 8377613"/>
              <a:gd name="connsiteY409" fmla="*/ 5789718 h 6854893"/>
              <a:gd name="connsiteX410" fmla="*/ 6880357 w 8377613"/>
              <a:gd name="connsiteY410" fmla="*/ 6011353 h 6854893"/>
              <a:gd name="connsiteX411" fmla="*/ 6217127 w 8377613"/>
              <a:gd name="connsiteY411" fmla="*/ 6184987 h 6854893"/>
              <a:gd name="connsiteX412" fmla="*/ 6213011 w 8377613"/>
              <a:gd name="connsiteY412" fmla="*/ 6180998 h 6854893"/>
              <a:gd name="connsiteX413" fmla="*/ 6369557 w 8377613"/>
              <a:gd name="connsiteY413" fmla="*/ 6448732 h 6854893"/>
              <a:gd name="connsiteX414" fmla="*/ 5710379 w 8377613"/>
              <a:gd name="connsiteY414" fmla="*/ 6444869 h 6854893"/>
              <a:gd name="connsiteX415" fmla="*/ 5710443 w 8377613"/>
              <a:gd name="connsiteY415" fmla="*/ 6444996 h 6854893"/>
              <a:gd name="connsiteX416" fmla="*/ 5707593 w 8377613"/>
              <a:gd name="connsiteY416" fmla="*/ 6440120 h 6854893"/>
              <a:gd name="connsiteX417" fmla="*/ 5786372 w 8377613"/>
              <a:gd name="connsiteY417" fmla="*/ 6733437 h 6854893"/>
              <a:gd name="connsiteX418" fmla="*/ 5175071 w 8377613"/>
              <a:gd name="connsiteY418" fmla="*/ 6562525 h 6854893"/>
              <a:gd name="connsiteX419" fmla="*/ 5173615 w 8377613"/>
              <a:gd name="connsiteY419" fmla="*/ 6557206 h 6854893"/>
              <a:gd name="connsiteX420" fmla="*/ 5173804 w 8377613"/>
              <a:gd name="connsiteY420" fmla="*/ 6839062 h 6854893"/>
              <a:gd name="connsiteX421" fmla="*/ 5173804 w 8377613"/>
              <a:gd name="connsiteY421" fmla="*/ 6854893 h 6854893"/>
              <a:gd name="connsiteX422" fmla="*/ 5147524 w 8377613"/>
              <a:gd name="connsiteY422" fmla="*/ 6839062 h 6854893"/>
              <a:gd name="connsiteX423" fmla="*/ 4648565 w 8377613"/>
              <a:gd name="connsiteY423" fmla="*/ 6537956 h 6854893"/>
              <a:gd name="connsiteX424" fmla="*/ 4648565 w 8377613"/>
              <a:gd name="connsiteY424" fmla="*/ 6532573 h 6854893"/>
              <a:gd name="connsiteX425" fmla="*/ 4574662 w 8377613"/>
              <a:gd name="connsiteY425" fmla="*/ 6814556 h 6854893"/>
              <a:gd name="connsiteX426" fmla="*/ 4165755 w 8377613"/>
              <a:gd name="connsiteY426" fmla="*/ 6381165 h 6854893"/>
              <a:gd name="connsiteX427" fmla="*/ 4167085 w 8377613"/>
              <a:gd name="connsiteY427" fmla="*/ 6376100 h 6854893"/>
              <a:gd name="connsiteX428" fmla="*/ 4028208 w 8377613"/>
              <a:gd name="connsiteY428" fmla="*/ 6624393 h 6854893"/>
              <a:gd name="connsiteX429" fmla="*/ 3756279 w 8377613"/>
              <a:gd name="connsiteY429" fmla="*/ 6110201 h 6854893"/>
              <a:gd name="connsiteX430" fmla="*/ 3758812 w 8377613"/>
              <a:gd name="connsiteY430" fmla="*/ 6105706 h 6854893"/>
              <a:gd name="connsiteX431" fmla="*/ 3568069 w 8377613"/>
              <a:gd name="connsiteY431" fmla="*/ 6305620 h 6854893"/>
              <a:gd name="connsiteX432" fmla="*/ 3443440 w 8377613"/>
              <a:gd name="connsiteY432" fmla="*/ 5749697 h 6854893"/>
              <a:gd name="connsiteX433" fmla="*/ 3446860 w 8377613"/>
              <a:gd name="connsiteY433" fmla="*/ 5746088 h 6854893"/>
              <a:gd name="connsiteX434" fmla="*/ 3219957 w 8377613"/>
              <a:gd name="connsiteY434" fmla="*/ 5886984 h 6854893"/>
              <a:gd name="connsiteX435" fmla="*/ 3242565 w 8377613"/>
              <a:gd name="connsiteY435" fmla="*/ 5328909 h 6854893"/>
              <a:gd name="connsiteX436" fmla="*/ 3246681 w 8377613"/>
              <a:gd name="connsiteY436" fmla="*/ 5326376 h 6854893"/>
              <a:gd name="connsiteX437" fmla="*/ 3000906 w 8377613"/>
              <a:gd name="connsiteY437" fmla="*/ 5402238 h 6854893"/>
              <a:gd name="connsiteX438" fmla="*/ 3160809 w 8377613"/>
              <a:gd name="connsiteY438" fmla="*/ 4879498 h 6854893"/>
              <a:gd name="connsiteX439" fmla="*/ 3165242 w 8377613"/>
              <a:gd name="connsiteY439" fmla="*/ 4878105 h 6854893"/>
              <a:gd name="connsiteX440" fmla="*/ 2918074 w 8377613"/>
              <a:gd name="connsiteY440" fmla="*/ 4887540 h 6854893"/>
              <a:gd name="connsiteX441" fmla="*/ 3196716 w 8377613"/>
              <a:gd name="connsiteY441" fmla="*/ 4433063 h 6854893"/>
              <a:gd name="connsiteX442" fmla="*/ 3201212 w 8377613"/>
              <a:gd name="connsiteY442" fmla="*/ 4432873 h 6854893"/>
              <a:gd name="connsiteX443" fmla="*/ 2969306 w 8377613"/>
              <a:gd name="connsiteY443" fmla="*/ 4379110 h 6854893"/>
              <a:gd name="connsiteX444" fmla="*/ 3341166 w 8377613"/>
              <a:gd name="connsiteY444" fmla="*/ 4019430 h 6854893"/>
              <a:gd name="connsiteX445" fmla="*/ 3345346 w 8377613"/>
              <a:gd name="connsiteY445" fmla="*/ 4020380 h 6854893"/>
              <a:gd name="connsiteX446" fmla="*/ 3143330 w 8377613"/>
              <a:gd name="connsiteY446" fmla="*/ 3910639 h 6854893"/>
              <a:gd name="connsiteX447" fmla="*/ 3578264 w 8377613"/>
              <a:gd name="connsiteY447" fmla="*/ 3664435 h 6854893"/>
              <a:gd name="connsiteX448" fmla="*/ 3581938 w 8377613"/>
              <a:gd name="connsiteY448" fmla="*/ 3666398 h 6854893"/>
              <a:gd name="connsiteX449" fmla="*/ 3421592 w 8377613"/>
              <a:gd name="connsiteY449" fmla="*/ 3511190 h 6854893"/>
              <a:gd name="connsiteX450" fmla="*/ 3886797 w 8377613"/>
              <a:gd name="connsiteY450" fmla="*/ 3388343 h 6854893"/>
              <a:gd name="connsiteX451" fmla="*/ 3889710 w 8377613"/>
              <a:gd name="connsiteY451" fmla="*/ 3391128 h 6854893"/>
              <a:gd name="connsiteX452" fmla="*/ 3779456 w 8377613"/>
              <a:gd name="connsiteY452" fmla="*/ 3203438 h 6854893"/>
              <a:gd name="connsiteX453" fmla="*/ 4242128 w 8377613"/>
              <a:gd name="connsiteY453" fmla="*/ 3205147 h 6854893"/>
              <a:gd name="connsiteX454" fmla="*/ 4244091 w 8377613"/>
              <a:gd name="connsiteY454" fmla="*/ 3208566 h 6854893"/>
              <a:gd name="connsiteX455" fmla="*/ 4188363 w 8377613"/>
              <a:gd name="connsiteY455" fmla="*/ 3002891 h 6854893"/>
              <a:gd name="connsiteX456" fmla="*/ 4617661 w 8377613"/>
              <a:gd name="connsiteY456" fmla="*/ 3121876 h 6854893"/>
              <a:gd name="connsiteX457" fmla="*/ 4618674 w 8377613"/>
              <a:gd name="connsiteY457" fmla="*/ 3125612 h 6854893"/>
              <a:gd name="connsiteX458" fmla="*/ 4618104 w 8377613"/>
              <a:gd name="connsiteY458" fmla="*/ 2916706 h 6854893"/>
              <a:gd name="connsiteX459" fmla="*/ 4813343 w 8377613"/>
              <a:gd name="connsiteY459" fmla="*/ 3033919 h 6854893"/>
              <a:gd name="connsiteX460" fmla="*/ 4847604 w 8377613"/>
              <a:gd name="connsiteY460" fmla="*/ 2905308 h 6854893"/>
              <a:gd name="connsiteX461" fmla="*/ 4611898 w 8377613"/>
              <a:gd name="connsiteY461" fmla="*/ 2744464 h 6854893"/>
              <a:gd name="connsiteX462" fmla="*/ 4610885 w 8377613"/>
              <a:gd name="connsiteY462" fmla="*/ 2505860 h 6854893"/>
              <a:gd name="connsiteX463" fmla="*/ 4889843 w 8377613"/>
              <a:gd name="connsiteY463" fmla="*/ 2696210 h 6854893"/>
              <a:gd name="connsiteX464" fmla="*/ 4931766 w 8377613"/>
              <a:gd name="connsiteY464" fmla="*/ 2538345 h 6854893"/>
              <a:gd name="connsiteX465" fmla="*/ 4604932 w 8377613"/>
              <a:gd name="connsiteY465" fmla="*/ 2290495 h 6854893"/>
              <a:gd name="connsiteX466" fmla="*/ 4603666 w 8377613"/>
              <a:gd name="connsiteY466" fmla="*/ 2095076 h 6854893"/>
              <a:gd name="connsiteX467" fmla="*/ 4974766 w 8377613"/>
              <a:gd name="connsiteY467" fmla="*/ 2376487 h 6854893"/>
              <a:gd name="connsiteX468" fmla="*/ 5049936 w 8377613"/>
              <a:gd name="connsiteY468" fmla="*/ 2093367 h 6854893"/>
              <a:gd name="connsiteX469" fmla="*/ 5506971 w 8377613"/>
              <a:gd name="connsiteY469" fmla="*/ 2518399 h 6854893"/>
              <a:gd name="connsiteX470" fmla="*/ 5594110 w 8377613"/>
              <a:gd name="connsiteY470" fmla="*/ 2363695 h 6854893"/>
              <a:gd name="connsiteX471" fmla="*/ 5104017 w 8377613"/>
              <a:gd name="connsiteY471" fmla="*/ 1841970 h 6854893"/>
              <a:gd name="connsiteX472" fmla="*/ 4589100 w 8377613"/>
              <a:gd name="connsiteY472" fmla="*/ 1273385 h 6854893"/>
              <a:gd name="connsiteX473" fmla="*/ 5014915 w 8377613"/>
              <a:gd name="connsiteY473" fmla="*/ 1654534 h 6854893"/>
              <a:gd name="connsiteX474" fmla="*/ 5016688 w 8377613"/>
              <a:gd name="connsiteY474" fmla="*/ 1763704 h 6854893"/>
              <a:gd name="connsiteX475" fmla="*/ 4590873 w 8377613"/>
              <a:gd name="connsiteY475" fmla="*/ 1382492 h 6854893"/>
              <a:gd name="connsiteX476" fmla="*/ 2443813 w 8377613"/>
              <a:gd name="connsiteY476" fmla="*/ 1009004 h 6854893"/>
              <a:gd name="connsiteX477" fmla="*/ 3111920 w 8377613"/>
              <a:gd name="connsiteY477" fmla="*/ 1180486 h 6854893"/>
              <a:gd name="connsiteX478" fmla="*/ 3126105 w 8377613"/>
              <a:gd name="connsiteY478" fmla="*/ 1199863 h 6854893"/>
              <a:gd name="connsiteX479" fmla="*/ 2457935 w 8377613"/>
              <a:gd name="connsiteY479" fmla="*/ 1028381 h 6854893"/>
              <a:gd name="connsiteX480" fmla="*/ 3609738 w 8377613"/>
              <a:gd name="connsiteY480" fmla="*/ 988739 h 6854893"/>
              <a:gd name="connsiteX481" fmla="*/ 4162841 w 8377613"/>
              <a:gd name="connsiteY481" fmla="*/ 1285159 h 6854893"/>
              <a:gd name="connsiteX482" fmla="*/ 4182283 w 8377613"/>
              <a:gd name="connsiteY482" fmla="*/ 1349686 h 6854893"/>
              <a:gd name="connsiteX483" fmla="*/ 3629180 w 8377613"/>
              <a:gd name="connsiteY483" fmla="*/ 1053203 h 6854893"/>
              <a:gd name="connsiteX484" fmla="*/ 7735787 w 8377613"/>
              <a:gd name="connsiteY484" fmla="*/ 894517 h 6854893"/>
              <a:gd name="connsiteX485" fmla="*/ 7843127 w 8377613"/>
              <a:gd name="connsiteY485" fmla="*/ 1833109 h 6854893"/>
              <a:gd name="connsiteX486" fmla="*/ 7589247 w 8377613"/>
              <a:gd name="connsiteY486" fmla="*/ 2100019 h 6854893"/>
              <a:gd name="connsiteX487" fmla="*/ 7481906 w 8377613"/>
              <a:gd name="connsiteY487" fmla="*/ 1161429 h 6854893"/>
              <a:gd name="connsiteX488" fmla="*/ 6405780 w 8377613"/>
              <a:gd name="connsiteY488" fmla="*/ 872226 h 6854893"/>
              <a:gd name="connsiteX489" fmla="*/ 6776563 w 8377613"/>
              <a:gd name="connsiteY489" fmla="*/ 1686955 h 6854893"/>
              <a:gd name="connsiteX490" fmla="*/ 6550420 w 8377613"/>
              <a:gd name="connsiteY490" fmla="*/ 2090899 h 6854893"/>
              <a:gd name="connsiteX491" fmla="*/ 6179637 w 8377613"/>
              <a:gd name="connsiteY491" fmla="*/ 1276171 h 6854893"/>
              <a:gd name="connsiteX492" fmla="*/ 4581944 w 8377613"/>
              <a:gd name="connsiteY492" fmla="*/ 862537 h 6854893"/>
              <a:gd name="connsiteX493" fmla="*/ 5021881 w 8377613"/>
              <a:gd name="connsiteY493" fmla="*/ 1283580 h 6854893"/>
              <a:gd name="connsiteX494" fmla="*/ 5023844 w 8377613"/>
              <a:gd name="connsiteY494" fmla="*/ 1349627 h 6854893"/>
              <a:gd name="connsiteX495" fmla="*/ 4583907 w 8377613"/>
              <a:gd name="connsiteY495" fmla="*/ 928521 h 6854893"/>
              <a:gd name="connsiteX496" fmla="*/ 3494038 w 8377613"/>
              <a:gd name="connsiteY496" fmla="*/ 585871 h 6854893"/>
              <a:gd name="connsiteX497" fmla="*/ 4071903 w 8377613"/>
              <a:gd name="connsiteY497" fmla="*/ 917816 h 6854893"/>
              <a:gd name="connsiteX498" fmla="*/ 4080199 w 8377613"/>
              <a:gd name="connsiteY498" fmla="*/ 939726 h 6854893"/>
              <a:gd name="connsiteX499" fmla="*/ 3502334 w 8377613"/>
              <a:gd name="connsiteY499" fmla="*/ 607844 h 6854893"/>
              <a:gd name="connsiteX500" fmla="*/ 5444466 w 8377613"/>
              <a:gd name="connsiteY500" fmla="*/ 507352 h 6854893"/>
              <a:gd name="connsiteX501" fmla="*/ 6032020 w 8377613"/>
              <a:gd name="connsiteY501" fmla="*/ 1210314 h 6854893"/>
              <a:gd name="connsiteX502" fmla="*/ 5911444 w 8377613"/>
              <a:gd name="connsiteY502" fmla="*/ 1669160 h 6854893"/>
              <a:gd name="connsiteX503" fmla="*/ 5323890 w 8377613"/>
              <a:gd name="connsiteY503" fmla="*/ 966198 h 6854893"/>
              <a:gd name="connsiteX504" fmla="*/ 4574725 w 8377613"/>
              <a:gd name="connsiteY504" fmla="*/ 451691 h 6854893"/>
              <a:gd name="connsiteX505" fmla="*/ 5028847 w 8377613"/>
              <a:gd name="connsiteY505" fmla="*/ 912627 h 6854893"/>
              <a:gd name="connsiteX506" fmla="*/ 5031064 w 8377613"/>
              <a:gd name="connsiteY506" fmla="*/ 935486 h 6854893"/>
              <a:gd name="connsiteX507" fmla="*/ 4577005 w 8377613"/>
              <a:gd name="connsiteY507" fmla="*/ 474551 h 6854893"/>
              <a:gd name="connsiteX508" fmla="*/ 8263686 w 8377613"/>
              <a:gd name="connsiteY508" fmla="*/ 327323 h 6854893"/>
              <a:gd name="connsiteX509" fmla="*/ 8336766 w 8377613"/>
              <a:gd name="connsiteY509" fmla="*/ 1338990 h 6854893"/>
              <a:gd name="connsiteX510" fmla="*/ 8139627 w 8377613"/>
              <a:gd name="connsiteY510" fmla="*/ 1547706 h 6854893"/>
              <a:gd name="connsiteX511" fmla="*/ 8066484 w 8377613"/>
              <a:gd name="connsiteY511" fmla="*/ 536039 h 6854893"/>
              <a:gd name="connsiteX512" fmla="*/ 6786379 w 8377613"/>
              <a:gd name="connsiteY512" fmla="*/ 171355 h 6854893"/>
              <a:gd name="connsiteX513" fmla="*/ 7142027 w 8377613"/>
              <a:gd name="connsiteY513" fmla="*/ 1067265 h 6854893"/>
              <a:gd name="connsiteX514" fmla="*/ 6957427 w 8377613"/>
              <a:gd name="connsiteY514" fmla="*/ 1398577 h 6854893"/>
              <a:gd name="connsiteX515" fmla="*/ 6601779 w 8377613"/>
              <a:gd name="connsiteY515" fmla="*/ 502667 h 6854893"/>
              <a:gd name="connsiteX516" fmla="*/ 7767324 w 8377613"/>
              <a:gd name="connsiteY516" fmla="*/ 2 h 6854893"/>
              <a:gd name="connsiteX517" fmla="*/ 7779166 w 8377613"/>
              <a:gd name="connsiteY517" fmla="*/ 2 h 6854893"/>
              <a:gd name="connsiteX518" fmla="*/ 7771566 w 8377613"/>
              <a:gd name="connsiteY518" fmla="*/ 13870 h 6854893"/>
              <a:gd name="connsiteX519" fmla="*/ 7118406 w 8377613"/>
              <a:gd name="connsiteY519" fmla="*/ 2 h 6854893"/>
              <a:gd name="connsiteX520" fmla="*/ 7351578 w 8377613"/>
              <a:gd name="connsiteY520" fmla="*/ 2 h 6854893"/>
              <a:gd name="connsiteX521" fmla="*/ 7507491 w 8377613"/>
              <a:gd name="connsiteY521" fmla="*/ 447513 h 6854893"/>
              <a:gd name="connsiteX522" fmla="*/ 7364497 w 8377613"/>
              <a:gd name="connsiteY522" fmla="*/ 706191 h 6854893"/>
              <a:gd name="connsiteX523" fmla="*/ 6304645 w 8377613"/>
              <a:gd name="connsiteY523" fmla="*/ 1 h 6854893"/>
              <a:gd name="connsiteX524" fmla="*/ 6385768 w 8377613"/>
              <a:gd name="connsiteY524" fmla="*/ 1 h 6854893"/>
              <a:gd name="connsiteX525" fmla="*/ 6363730 w 8377613"/>
              <a:gd name="connsiteY525" fmla="*/ 85742 h 6854893"/>
              <a:gd name="connsiteX526" fmla="*/ 5567385 w 8377613"/>
              <a:gd name="connsiteY526" fmla="*/ 0 h 6854893"/>
              <a:gd name="connsiteX527" fmla="*/ 5857299 w 8377613"/>
              <a:gd name="connsiteY527" fmla="*/ 0 h 6854893"/>
              <a:gd name="connsiteX528" fmla="*/ 6235555 w 8377613"/>
              <a:gd name="connsiteY528" fmla="*/ 501337 h 6854893"/>
              <a:gd name="connsiteX529" fmla="*/ 6137587 w 8377613"/>
              <a:gd name="connsiteY529" fmla="*/ 877482 h 6854893"/>
              <a:gd name="connsiteX530" fmla="*/ 5543827 w 8377613"/>
              <a:gd name="connsiteY530" fmla="*/ 90490 h 685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</a:cxnLst>
            <a:rect l="l" t="t" r="r" b="b"/>
            <a:pathLst>
              <a:path w="8377613" h="6854893">
                <a:moveTo>
                  <a:pt x="820536" y="6758957"/>
                </a:moveTo>
                <a:lnTo>
                  <a:pt x="797675" y="6838999"/>
                </a:lnTo>
                <a:lnTo>
                  <a:pt x="779183" y="6838999"/>
                </a:lnTo>
                <a:lnTo>
                  <a:pt x="796978" y="6776815"/>
                </a:lnTo>
                <a:close/>
                <a:moveTo>
                  <a:pt x="5213067" y="6751421"/>
                </a:moveTo>
                <a:lnTo>
                  <a:pt x="5468657" y="6838998"/>
                </a:lnTo>
                <a:lnTo>
                  <a:pt x="5236688" y="6838998"/>
                </a:lnTo>
                <a:close/>
                <a:moveTo>
                  <a:pt x="3374160" y="6748192"/>
                </a:moveTo>
                <a:lnTo>
                  <a:pt x="3410446" y="6838999"/>
                </a:lnTo>
                <a:lnTo>
                  <a:pt x="3323814" y="6838999"/>
                </a:lnTo>
                <a:close/>
                <a:moveTo>
                  <a:pt x="4636849" y="6726535"/>
                </a:moveTo>
                <a:lnTo>
                  <a:pt x="4800931" y="6838999"/>
                </a:lnTo>
                <a:lnTo>
                  <a:pt x="4637102" y="6838999"/>
                </a:lnTo>
                <a:close/>
                <a:moveTo>
                  <a:pt x="7576834" y="6663020"/>
                </a:moveTo>
                <a:lnTo>
                  <a:pt x="7759218" y="6838998"/>
                </a:lnTo>
                <a:lnTo>
                  <a:pt x="6852176" y="6838998"/>
                </a:lnTo>
                <a:lnTo>
                  <a:pt x="6794358" y="6783209"/>
                </a:lnTo>
                <a:close/>
                <a:moveTo>
                  <a:pt x="2544314" y="6645290"/>
                </a:moveTo>
                <a:lnTo>
                  <a:pt x="2558689" y="6838998"/>
                </a:lnTo>
                <a:lnTo>
                  <a:pt x="2409679" y="6838998"/>
                </a:lnTo>
                <a:lnTo>
                  <a:pt x="2406196" y="6792011"/>
                </a:lnTo>
                <a:close/>
                <a:moveTo>
                  <a:pt x="5798468" y="6620847"/>
                </a:moveTo>
                <a:lnTo>
                  <a:pt x="6506345" y="6665110"/>
                </a:lnTo>
                <a:lnTo>
                  <a:pt x="6608429" y="6838998"/>
                </a:lnTo>
                <a:lnTo>
                  <a:pt x="5926453" y="6838998"/>
                </a:lnTo>
                <a:close/>
                <a:moveTo>
                  <a:pt x="4107873" y="6556763"/>
                </a:moveTo>
                <a:lnTo>
                  <a:pt x="4344909" y="6838998"/>
                </a:lnTo>
                <a:lnTo>
                  <a:pt x="4034350" y="6838998"/>
                </a:lnTo>
                <a:close/>
                <a:moveTo>
                  <a:pt x="1275228" y="6488942"/>
                </a:moveTo>
                <a:lnTo>
                  <a:pt x="1185429" y="6838998"/>
                </a:lnTo>
                <a:lnTo>
                  <a:pt x="1126788" y="6838998"/>
                </a:lnTo>
                <a:lnTo>
                  <a:pt x="1204618" y="6535485"/>
                </a:lnTo>
                <a:close/>
                <a:moveTo>
                  <a:pt x="8377613" y="6386674"/>
                </a:moveTo>
                <a:lnTo>
                  <a:pt x="8377613" y="6581333"/>
                </a:lnTo>
                <a:lnTo>
                  <a:pt x="8168758" y="6662387"/>
                </a:lnTo>
                <a:lnTo>
                  <a:pt x="7958194" y="6549480"/>
                </a:lnTo>
                <a:close/>
                <a:moveTo>
                  <a:pt x="3658881" y="6261736"/>
                </a:moveTo>
                <a:lnTo>
                  <a:pt x="3920297" y="6832919"/>
                </a:lnTo>
                <a:lnTo>
                  <a:pt x="3916877" y="6838998"/>
                </a:lnTo>
                <a:lnTo>
                  <a:pt x="3635006" y="6838998"/>
                </a:lnTo>
                <a:lnTo>
                  <a:pt x="3500688" y="6545491"/>
                </a:lnTo>
                <a:close/>
                <a:moveTo>
                  <a:pt x="2929726" y="6256860"/>
                </a:moveTo>
                <a:lnTo>
                  <a:pt x="2997550" y="6838998"/>
                </a:lnTo>
                <a:lnTo>
                  <a:pt x="2797878" y="6838998"/>
                </a:lnTo>
                <a:lnTo>
                  <a:pt x="2751965" y="6444553"/>
                </a:lnTo>
                <a:close/>
                <a:moveTo>
                  <a:pt x="1729921" y="6218929"/>
                </a:moveTo>
                <a:lnTo>
                  <a:pt x="1591423" y="6838999"/>
                </a:lnTo>
                <a:lnTo>
                  <a:pt x="1490479" y="6838999"/>
                </a:lnTo>
                <a:lnTo>
                  <a:pt x="1612195" y="6294158"/>
                </a:lnTo>
                <a:close/>
                <a:moveTo>
                  <a:pt x="7074899" y="6187710"/>
                </a:moveTo>
                <a:lnTo>
                  <a:pt x="7335619" y="6440500"/>
                </a:lnTo>
                <a:lnTo>
                  <a:pt x="6612797" y="6587348"/>
                </a:lnTo>
                <a:lnTo>
                  <a:pt x="6352014" y="6334622"/>
                </a:lnTo>
                <a:close/>
                <a:moveTo>
                  <a:pt x="5164749" y="6063342"/>
                </a:moveTo>
                <a:lnTo>
                  <a:pt x="5164749" y="6193726"/>
                </a:lnTo>
                <a:lnTo>
                  <a:pt x="5641416" y="6327023"/>
                </a:lnTo>
                <a:lnTo>
                  <a:pt x="5532049" y="6140027"/>
                </a:lnTo>
                <a:close/>
                <a:moveTo>
                  <a:pt x="4763251" y="6062708"/>
                </a:moveTo>
                <a:lnTo>
                  <a:pt x="4730701" y="6186190"/>
                </a:lnTo>
                <a:lnTo>
                  <a:pt x="4730764" y="6186190"/>
                </a:lnTo>
                <a:lnTo>
                  <a:pt x="5140304" y="6433344"/>
                </a:lnTo>
                <a:lnTo>
                  <a:pt x="5085272" y="6228491"/>
                </a:lnTo>
                <a:close/>
                <a:moveTo>
                  <a:pt x="4390441" y="5960250"/>
                </a:moveTo>
                <a:lnTo>
                  <a:pt x="4329520" y="6068914"/>
                </a:lnTo>
                <a:lnTo>
                  <a:pt x="4329520" y="6068978"/>
                </a:lnTo>
                <a:lnTo>
                  <a:pt x="4648375" y="6406938"/>
                </a:lnTo>
                <a:lnTo>
                  <a:pt x="4648248" y="6198982"/>
                </a:lnTo>
                <a:close/>
                <a:moveTo>
                  <a:pt x="2184613" y="5948851"/>
                </a:moveTo>
                <a:lnTo>
                  <a:pt x="2056944" y="6634397"/>
                </a:lnTo>
                <a:lnTo>
                  <a:pt x="1892166" y="6738376"/>
                </a:lnTo>
                <a:lnTo>
                  <a:pt x="2019835" y="6052829"/>
                </a:lnTo>
                <a:close/>
                <a:moveTo>
                  <a:pt x="5957547" y="5932577"/>
                </a:moveTo>
                <a:lnTo>
                  <a:pt x="5957484" y="5932641"/>
                </a:lnTo>
                <a:lnTo>
                  <a:pt x="5568335" y="5955944"/>
                </a:lnTo>
                <a:lnTo>
                  <a:pt x="5602722" y="6084429"/>
                </a:lnTo>
                <a:lnTo>
                  <a:pt x="6116753" y="6087405"/>
                </a:lnTo>
                <a:close/>
                <a:moveTo>
                  <a:pt x="8149696" y="5897559"/>
                </a:moveTo>
                <a:lnTo>
                  <a:pt x="8377612" y="6020851"/>
                </a:lnTo>
                <a:lnTo>
                  <a:pt x="8377612" y="6061632"/>
                </a:lnTo>
                <a:lnTo>
                  <a:pt x="7665050" y="6372426"/>
                </a:lnTo>
                <a:lnTo>
                  <a:pt x="7395401" y="6226591"/>
                </a:lnTo>
                <a:close/>
                <a:moveTo>
                  <a:pt x="3315201" y="5868430"/>
                </a:moveTo>
                <a:lnTo>
                  <a:pt x="3415893" y="6475645"/>
                </a:lnTo>
                <a:lnTo>
                  <a:pt x="3198362" y="6704308"/>
                </a:lnTo>
                <a:lnTo>
                  <a:pt x="3097671" y="6097094"/>
                </a:lnTo>
                <a:close/>
                <a:moveTo>
                  <a:pt x="4069814" y="5768568"/>
                </a:moveTo>
                <a:lnTo>
                  <a:pt x="3986158" y="5856019"/>
                </a:lnTo>
                <a:lnTo>
                  <a:pt x="4198179" y="6256987"/>
                </a:lnTo>
                <a:lnTo>
                  <a:pt x="4249854" y="6060049"/>
                </a:lnTo>
                <a:close/>
                <a:moveTo>
                  <a:pt x="2639306" y="5678837"/>
                </a:moveTo>
                <a:lnTo>
                  <a:pt x="2546657" y="6321894"/>
                </a:lnTo>
                <a:lnTo>
                  <a:pt x="2334763" y="6454494"/>
                </a:lnTo>
                <a:lnTo>
                  <a:pt x="2427411" y="5811438"/>
                </a:lnTo>
                <a:close/>
                <a:moveTo>
                  <a:pt x="555320" y="5619123"/>
                </a:moveTo>
                <a:lnTo>
                  <a:pt x="136977" y="6330063"/>
                </a:lnTo>
                <a:lnTo>
                  <a:pt x="110634" y="6341018"/>
                </a:lnTo>
                <a:lnTo>
                  <a:pt x="529039" y="5630078"/>
                </a:lnTo>
                <a:close/>
                <a:moveTo>
                  <a:pt x="6330040" y="5613741"/>
                </a:moveTo>
                <a:lnTo>
                  <a:pt x="5945262" y="5741465"/>
                </a:lnTo>
                <a:lnTo>
                  <a:pt x="6013710" y="5858790"/>
                </a:lnTo>
                <a:lnTo>
                  <a:pt x="6013655" y="5858805"/>
                </a:lnTo>
                <a:lnTo>
                  <a:pt x="6013719" y="5858805"/>
                </a:lnTo>
                <a:lnTo>
                  <a:pt x="6013710" y="5858790"/>
                </a:lnTo>
                <a:lnTo>
                  <a:pt x="6530852" y="5723418"/>
                </a:lnTo>
                <a:close/>
                <a:moveTo>
                  <a:pt x="7519966" y="5564348"/>
                </a:moveTo>
                <a:lnTo>
                  <a:pt x="7848636" y="5743175"/>
                </a:lnTo>
                <a:lnTo>
                  <a:pt x="7161278" y="6082466"/>
                </a:lnTo>
                <a:lnTo>
                  <a:pt x="6832608" y="5903702"/>
                </a:lnTo>
                <a:close/>
                <a:moveTo>
                  <a:pt x="3819669" y="5505710"/>
                </a:moveTo>
                <a:lnTo>
                  <a:pt x="3720182" y="5567324"/>
                </a:lnTo>
                <a:lnTo>
                  <a:pt x="3817326" y="6000841"/>
                </a:lnTo>
                <a:lnTo>
                  <a:pt x="3817390" y="6000778"/>
                </a:lnTo>
                <a:lnTo>
                  <a:pt x="3914344" y="5827396"/>
                </a:lnTo>
                <a:close/>
                <a:moveTo>
                  <a:pt x="1044842" y="5478797"/>
                </a:moveTo>
                <a:lnTo>
                  <a:pt x="669499" y="6158328"/>
                </a:lnTo>
                <a:lnTo>
                  <a:pt x="592303" y="6184481"/>
                </a:lnTo>
                <a:lnTo>
                  <a:pt x="967646" y="5504950"/>
                </a:lnTo>
                <a:close/>
                <a:moveTo>
                  <a:pt x="3093935" y="5408824"/>
                </a:moveTo>
                <a:lnTo>
                  <a:pt x="3036307" y="6009390"/>
                </a:lnTo>
                <a:lnTo>
                  <a:pt x="2777360" y="6170676"/>
                </a:lnTo>
                <a:lnTo>
                  <a:pt x="2834988" y="5570110"/>
                </a:lnTo>
                <a:close/>
                <a:moveTo>
                  <a:pt x="1534301" y="5338470"/>
                </a:moveTo>
                <a:lnTo>
                  <a:pt x="1202084" y="5986656"/>
                </a:lnTo>
                <a:lnTo>
                  <a:pt x="1074036" y="6028006"/>
                </a:lnTo>
                <a:lnTo>
                  <a:pt x="1406253" y="5379821"/>
                </a:lnTo>
                <a:close/>
                <a:moveTo>
                  <a:pt x="6620271" y="5199221"/>
                </a:moveTo>
                <a:lnTo>
                  <a:pt x="6267409" y="5428644"/>
                </a:lnTo>
                <a:lnTo>
                  <a:pt x="6367150" y="5525847"/>
                </a:lnTo>
                <a:lnTo>
                  <a:pt x="6850973" y="5253236"/>
                </a:lnTo>
                <a:close/>
                <a:moveTo>
                  <a:pt x="2023823" y="5198081"/>
                </a:moveTo>
                <a:lnTo>
                  <a:pt x="1734670" y="5814921"/>
                </a:lnTo>
                <a:lnTo>
                  <a:pt x="1555769" y="5871533"/>
                </a:lnTo>
                <a:lnTo>
                  <a:pt x="1844923" y="5254693"/>
                </a:lnTo>
                <a:close/>
                <a:moveTo>
                  <a:pt x="3652738" y="5193332"/>
                </a:moveTo>
                <a:lnTo>
                  <a:pt x="3545017" y="5226450"/>
                </a:lnTo>
                <a:lnTo>
                  <a:pt x="3527349" y="5661614"/>
                </a:lnTo>
                <a:lnTo>
                  <a:pt x="3660590" y="5521984"/>
                </a:lnTo>
                <a:close/>
                <a:moveTo>
                  <a:pt x="8377612" y="5103475"/>
                </a:moveTo>
                <a:lnTo>
                  <a:pt x="8377612" y="5417753"/>
                </a:lnTo>
                <a:lnTo>
                  <a:pt x="8161538" y="5587524"/>
                </a:lnTo>
                <a:lnTo>
                  <a:pt x="7852183" y="5516348"/>
                </a:lnTo>
                <a:close/>
                <a:moveTo>
                  <a:pt x="2513347" y="5057755"/>
                </a:moveTo>
                <a:lnTo>
                  <a:pt x="2267256" y="5643249"/>
                </a:lnTo>
                <a:lnTo>
                  <a:pt x="2037503" y="5715059"/>
                </a:lnTo>
                <a:lnTo>
                  <a:pt x="2283531" y="5129628"/>
                </a:lnTo>
                <a:close/>
                <a:moveTo>
                  <a:pt x="3002806" y="4917428"/>
                </a:moveTo>
                <a:lnTo>
                  <a:pt x="2799841" y="5471514"/>
                </a:lnTo>
                <a:lnTo>
                  <a:pt x="2519173" y="5558585"/>
                </a:lnTo>
                <a:lnTo>
                  <a:pt x="2722201" y="5004499"/>
                </a:lnTo>
                <a:close/>
                <a:moveTo>
                  <a:pt x="3575415" y="4855118"/>
                </a:moveTo>
                <a:lnTo>
                  <a:pt x="3467125" y="4859170"/>
                </a:lnTo>
                <a:lnTo>
                  <a:pt x="3342432" y="5266788"/>
                </a:lnTo>
                <a:lnTo>
                  <a:pt x="3500942" y="5168382"/>
                </a:lnTo>
                <a:close/>
                <a:moveTo>
                  <a:pt x="7802471" y="4830421"/>
                </a:moveTo>
                <a:lnTo>
                  <a:pt x="8179904" y="4918125"/>
                </a:lnTo>
                <a:lnTo>
                  <a:pt x="7578988" y="5437446"/>
                </a:lnTo>
                <a:lnTo>
                  <a:pt x="7201618" y="5349679"/>
                </a:lnTo>
                <a:close/>
                <a:moveTo>
                  <a:pt x="7048366" y="4703900"/>
                </a:moveTo>
                <a:lnTo>
                  <a:pt x="6802338" y="4712765"/>
                </a:lnTo>
                <a:lnTo>
                  <a:pt x="6802401" y="4712828"/>
                </a:lnTo>
                <a:lnTo>
                  <a:pt x="6508498" y="5033818"/>
                </a:lnTo>
                <a:lnTo>
                  <a:pt x="6634330" y="5102715"/>
                </a:lnTo>
                <a:close/>
                <a:moveTo>
                  <a:pt x="3486250" y="4491637"/>
                </a:moveTo>
                <a:lnTo>
                  <a:pt x="3268972" y="4845999"/>
                </a:lnTo>
                <a:lnTo>
                  <a:pt x="3269036" y="4846063"/>
                </a:lnTo>
                <a:lnTo>
                  <a:pt x="3440717" y="4793060"/>
                </a:lnTo>
                <a:lnTo>
                  <a:pt x="3587827" y="4515321"/>
                </a:lnTo>
                <a:close/>
                <a:moveTo>
                  <a:pt x="592683" y="4472450"/>
                </a:moveTo>
                <a:lnTo>
                  <a:pt x="27168" y="5039517"/>
                </a:lnTo>
                <a:lnTo>
                  <a:pt x="0" y="5043190"/>
                </a:lnTo>
                <a:lnTo>
                  <a:pt x="565516" y="4476123"/>
                </a:lnTo>
                <a:close/>
                <a:moveTo>
                  <a:pt x="1082269" y="4463774"/>
                </a:moveTo>
                <a:lnTo>
                  <a:pt x="564566" y="5012034"/>
                </a:lnTo>
                <a:lnTo>
                  <a:pt x="486356" y="5017227"/>
                </a:lnTo>
                <a:lnTo>
                  <a:pt x="1004059" y="4468967"/>
                </a:lnTo>
                <a:close/>
                <a:moveTo>
                  <a:pt x="1571791" y="4455036"/>
                </a:moveTo>
                <a:lnTo>
                  <a:pt x="1101900" y="4984552"/>
                </a:lnTo>
                <a:lnTo>
                  <a:pt x="972712" y="4991264"/>
                </a:lnTo>
                <a:lnTo>
                  <a:pt x="1442603" y="4461748"/>
                </a:lnTo>
                <a:close/>
                <a:moveTo>
                  <a:pt x="2061377" y="4446360"/>
                </a:moveTo>
                <a:lnTo>
                  <a:pt x="1639298" y="4957132"/>
                </a:lnTo>
                <a:lnTo>
                  <a:pt x="1459068" y="4965301"/>
                </a:lnTo>
                <a:lnTo>
                  <a:pt x="1881083" y="4454592"/>
                </a:lnTo>
                <a:close/>
                <a:moveTo>
                  <a:pt x="2550900" y="4437685"/>
                </a:moveTo>
                <a:lnTo>
                  <a:pt x="2176633" y="4929650"/>
                </a:lnTo>
                <a:lnTo>
                  <a:pt x="1945361" y="4939402"/>
                </a:lnTo>
                <a:lnTo>
                  <a:pt x="2319627" y="4447374"/>
                </a:lnTo>
                <a:close/>
                <a:moveTo>
                  <a:pt x="3040486" y="4428946"/>
                </a:moveTo>
                <a:lnTo>
                  <a:pt x="2714032" y="4902167"/>
                </a:lnTo>
                <a:lnTo>
                  <a:pt x="2431717" y="4913439"/>
                </a:lnTo>
                <a:lnTo>
                  <a:pt x="2758171" y="4440218"/>
                </a:lnTo>
                <a:close/>
                <a:moveTo>
                  <a:pt x="8377612" y="4361190"/>
                </a:moveTo>
                <a:lnTo>
                  <a:pt x="8377612" y="4683509"/>
                </a:lnTo>
                <a:lnTo>
                  <a:pt x="8123605" y="4693705"/>
                </a:lnTo>
                <a:close/>
                <a:moveTo>
                  <a:pt x="3595426" y="4148357"/>
                </a:moveTo>
                <a:lnTo>
                  <a:pt x="3305449" y="4428820"/>
                </a:lnTo>
                <a:lnTo>
                  <a:pt x="3478080" y="4422234"/>
                </a:lnTo>
                <a:lnTo>
                  <a:pt x="3683832" y="4196547"/>
                </a:lnTo>
                <a:close/>
                <a:moveTo>
                  <a:pt x="7101561" y="4109603"/>
                </a:moveTo>
                <a:lnTo>
                  <a:pt x="7101546" y="4109627"/>
                </a:lnTo>
                <a:lnTo>
                  <a:pt x="6856800" y="4184579"/>
                </a:lnTo>
                <a:lnTo>
                  <a:pt x="6646299" y="4579911"/>
                </a:lnTo>
                <a:lnTo>
                  <a:pt x="6790939" y="4613916"/>
                </a:lnTo>
                <a:lnTo>
                  <a:pt x="7101546" y="4109627"/>
                </a:lnTo>
                <a:lnTo>
                  <a:pt x="7101624" y="4109603"/>
                </a:lnTo>
                <a:close/>
                <a:moveTo>
                  <a:pt x="8294843" y="4016073"/>
                </a:moveTo>
                <a:lnTo>
                  <a:pt x="7828309" y="4689461"/>
                </a:lnTo>
                <a:lnTo>
                  <a:pt x="7425988" y="4704596"/>
                </a:lnTo>
                <a:lnTo>
                  <a:pt x="7892523" y="4031207"/>
                </a:lnTo>
                <a:close/>
                <a:moveTo>
                  <a:pt x="2932006" y="3914945"/>
                </a:moveTo>
                <a:lnTo>
                  <a:pt x="3197032" y="3975926"/>
                </a:lnTo>
                <a:lnTo>
                  <a:pt x="2776030" y="4341243"/>
                </a:lnTo>
                <a:lnTo>
                  <a:pt x="2511067" y="4280262"/>
                </a:lnTo>
                <a:close/>
                <a:moveTo>
                  <a:pt x="3782306" y="3851051"/>
                </a:moveTo>
                <a:lnTo>
                  <a:pt x="3782306" y="3851114"/>
                </a:lnTo>
                <a:lnTo>
                  <a:pt x="3443123" y="4043113"/>
                </a:lnTo>
                <a:lnTo>
                  <a:pt x="3605116" y="4080664"/>
                </a:lnTo>
                <a:lnTo>
                  <a:pt x="3852410" y="3919124"/>
                </a:lnTo>
                <a:close/>
                <a:moveTo>
                  <a:pt x="2522973" y="3810460"/>
                </a:moveTo>
                <a:lnTo>
                  <a:pt x="2740187" y="3859979"/>
                </a:lnTo>
                <a:lnTo>
                  <a:pt x="2270106" y="4230869"/>
                </a:lnTo>
                <a:lnTo>
                  <a:pt x="2052892" y="4181413"/>
                </a:lnTo>
                <a:close/>
                <a:moveTo>
                  <a:pt x="2113876" y="3706038"/>
                </a:moveTo>
                <a:lnTo>
                  <a:pt x="2283277" y="3743969"/>
                </a:lnTo>
                <a:lnTo>
                  <a:pt x="1764181" y="4120558"/>
                </a:lnTo>
                <a:lnTo>
                  <a:pt x="1594716" y="4082626"/>
                </a:lnTo>
                <a:close/>
                <a:moveTo>
                  <a:pt x="4029854" y="3616815"/>
                </a:moveTo>
                <a:lnTo>
                  <a:pt x="3667050" y="3712624"/>
                </a:lnTo>
                <a:lnTo>
                  <a:pt x="3808144" y="3789310"/>
                </a:lnTo>
                <a:lnTo>
                  <a:pt x="4078046" y="3699136"/>
                </a:lnTo>
                <a:lnTo>
                  <a:pt x="4029854" y="3616878"/>
                </a:lnTo>
                <a:close/>
                <a:moveTo>
                  <a:pt x="1704780" y="3601554"/>
                </a:moveTo>
                <a:lnTo>
                  <a:pt x="1826432" y="3628023"/>
                </a:lnTo>
                <a:lnTo>
                  <a:pt x="1258257" y="4010248"/>
                </a:lnTo>
                <a:lnTo>
                  <a:pt x="1136541" y="3983778"/>
                </a:lnTo>
                <a:close/>
                <a:moveTo>
                  <a:pt x="6998147" y="3509607"/>
                </a:moveTo>
                <a:lnTo>
                  <a:pt x="6772004" y="3649363"/>
                </a:lnTo>
                <a:lnTo>
                  <a:pt x="6664917" y="4095545"/>
                </a:lnTo>
                <a:lnTo>
                  <a:pt x="6819183" y="4090162"/>
                </a:lnTo>
                <a:lnTo>
                  <a:pt x="6998084" y="3509671"/>
                </a:lnTo>
                <a:close/>
                <a:moveTo>
                  <a:pt x="1295683" y="3497132"/>
                </a:moveTo>
                <a:lnTo>
                  <a:pt x="1369586" y="3512013"/>
                </a:lnTo>
                <a:lnTo>
                  <a:pt x="752268" y="3899873"/>
                </a:lnTo>
                <a:lnTo>
                  <a:pt x="678365" y="3884992"/>
                </a:lnTo>
                <a:close/>
                <a:moveTo>
                  <a:pt x="3224262" y="3461671"/>
                </a:moveTo>
                <a:lnTo>
                  <a:pt x="3455155" y="3586610"/>
                </a:lnTo>
                <a:lnTo>
                  <a:pt x="2973295" y="3825785"/>
                </a:lnTo>
                <a:lnTo>
                  <a:pt x="2742339" y="3700783"/>
                </a:lnTo>
                <a:close/>
                <a:moveTo>
                  <a:pt x="3957344" y="3456542"/>
                </a:moveTo>
                <a:lnTo>
                  <a:pt x="4069307" y="3564952"/>
                </a:lnTo>
                <a:lnTo>
                  <a:pt x="4342376" y="3548045"/>
                </a:lnTo>
                <a:lnTo>
                  <a:pt x="4318058" y="3457935"/>
                </a:lnTo>
                <a:lnTo>
                  <a:pt x="4318121" y="3457871"/>
                </a:lnTo>
                <a:close/>
                <a:moveTo>
                  <a:pt x="886586" y="3392648"/>
                </a:moveTo>
                <a:lnTo>
                  <a:pt x="912741" y="3396068"/>
                </a:lnTo>
                <a:lnTo>
                  <a:pt x="246345" y="3789563"/>
                </a:lnTo>
                <a:lnTo>
                  <a:pt x="220255" y="3786144"/>
                </a:lnTo>
                <a:close/>
                <a:moveTo>
                  <a:pt x="8377612" y="3340344"/>
                </a:moveTo>
                <a:lnTo>
                  <a:pt x="8377612" y="3748466"/>
                </a:lnTo>
                <a:lnTo>
                  <a:pt x="8179017" y="3810080"/>
                </a:lnTo>
                <a:close/>
                <a:moveTo>
                  <a:pt x="4290511" y="3287721"/>
                </a:moveTo>
                <a:lnTo>
                  <a:pt x="4367517" y="3418801"/>
                </a:lnTo>
                <a:lnTo>
                  <a:pt x="4625387" y="3472056"/>
                </a:lnTo>
                <a:lnTo>
                  <a:pt x="4625260" y="3380553"/>
                </a:lnTo>
                <a:close/>
                <a:moveTo>
                  <a:pt x="2870261" y="3258911"/>
                </a:moveTo>
                <a:lnTo>
                  <a:pt x="3059737" y="3360923"/>
                </a:lnTo>
                <a:lnTo>
                  <a:pt x="2530825" y="3592878"/>
                </a:lnTo>
                <a:lnTo>
                  <a:pt x="2341412" y="3490927"/>
                </a:lnTo>
                <a:close/>
                <a:moveTo>
                  <a:pt x="4641916" y="3212429"/>
                </a:moveTo>
                <a:lnTo>
                  <a:pt x="4680862" y="3356110"/>
                </a:lnTo>
                <a:lnTo>
                  <a:pt x="4680862" y="3356046"/>
                </a:lnTo>
                <a:lnTo>
                  <a:pt x="4721645" y="3376943"/>
                </a:lnTo>
                <a:lnTo>
                  <a:pt x="4748433" y="3276387"/>
                </a:lnTo>
                <a:close/>
                <a:moveTo>
                  <a:pt x="3608408" y="3106554"/>
                </a:moveTo>
                <a:lnTo>
                  <a:pt x="3791805" y="3283480"/>
                </a:lnTo>
                <a:lnTo>
                  <a:pt x="3284741" y="3387646"/>
                </a:lnTo>
                <a:lnTo>
                  <a:pt x="3101344" y="3210722"/>
                </a:lnTo>
                <a:close/>
                <a:moveTo>
                  <a:pt x="8172114" y="3096359"/>
                </a:moveTo>
                <a:lnTo>
                  <a:pt x="7881250" y="3885372"/>
                </a:lnTo>
                <a:lnTo>
                  <a:pt x="7481146" y="4008601"/>
                </a:lnTo>
                <a:lnTo>
                  <a:pt x="7772010" y="3219588"/>
                </a:lnTo>
                <a:close/>
                <a:moveTo>
                  <a:pt x="2516324" y="3056211"/>
                </a:moveTo>
                <a:lnTo>
                  <a:pt x="2664257" y="3135177"/>
                </a:lnTo>
                <a:lnTo>
                  <a:pt x="2088355" y="3360037"/>
                </a:lnTo>
                <a:lnTo>
                  <a:pt x="1940422" y="3281137"/>
                </a:lnTo>
                <a:close/>
                <a:moveTo>
                  <a:pt x="6735844" y="2946469"/>
                </a:moveTo>
                <a:lnTo>
                  <a:pt x="6735781" y="2946531"/>
                </a:lnTo>
                <a:lnTo>
                  <a:pt x="6545544" y="3145052"/>
                </a:lnTo>
                <a:lnTo>
                  <a:pt x="6555803" y="3613459"/>
                </a:lnTo>
                <a:lnTo>
                  <a:pt x="6709373" y="3566599"/>
                </a:lnTo>
                <a:close/>
                <a:moveTo>
                  <a:pt x="2162385" y="2853512"/>
                </a:moveTo>
                <a:lnTo>
                  <a:pt x="2268838" y="2909426"/>
                </a:lnTo>
                <a:lnTo>
                  <a:pt x="1645948" y="3127198"/>
                </a:lnTo>
                <a:lnTo>
                  <a:pt x="1539494" y="3071283"/>
                </a:lnTo>
                <a:close/>
                <a:moveTo>
                  <a:pt x="3556733" y="2837743"/>
                </a:moveTo>
                <a:lnTo>
                  <a:pt x="4053665" y="2867760"/>
                </a:lnTo>
                <a:lnTo>
                  <a:pt x="4179940" y="3081857"/>
                </a:lnTo>
                <a:lnTo>
                  <a:pt x="3683008" y="3051843"/>
                </a:lnTo>
                <a:close/>
                <a:moveTo>
                  <a:pt x="3330146" y="2824762"/>
                </a:moveTo>
                <a:lnTo>
                  <a:pt x="3480739" y="2969394"/>
                </a:lnTo>
                <a:lnTo>
                  <a:pt x="2931752" y="3054882"/>
                </a:lnTo>
                <a:lnTo>
                  <a:pt x="2781159" y="2910314"/>
                </a:lnTo>
                <a:close/>
                <a:moveTo>
                  <a:pt x="1808447" y="2650810"/>
                </a:moveTo>
                <a:lnTo>
                  <a:pt x="1873358" y="2683675"/>
                </a:lnTo>
                <a:lnTo>
                  <a:pt x="1203478" y="2894357"/>
                </a:lnTo>
                <a:lnTo>
                  <a:pt x="1138567" y="2861491"/>
                </a:lnTo>
                <a:close/>
                <a:moveTo>
                  <a:pt x="4072536" y="2600024"/>
                </a:moveTo>
                <a:lnTo>
                  <a:pt x="4526595" y="2754536"/>
                </a:lnTo>
                <a:lnTo>
                  <a:pt x="4590619" y="2989341"/>
                </a:lnTo>
                <a:lnTo>
                  <a:pt x="4136560" y="2834831"/>
                </a:lnTo>
                <a:close/>
                <a:moveTo>
                  <a:pt x="3051822" y="2542972"/>
                </a:moveTo>
                <a:lnTo>
                  <a:pt x="3169611" y="2655244"/>
                </a:lnTo>
                <a:lnTo>
                  <a:pt x="2578764" y="2722114"/>
                </a:lnTo>
                <a:lnTo>
                  <a:pt x="2461038" y="2609840"/>
                </a:lnTo>
                <a:close/>
                <a:moveTo>
                  <a:pt x="3334136" y="2471985"/>
                </a:moveTo>
                <a:lnTo>
                  <a:pt x="3865328" y="2530307"/>
                </a:lnTo>
                <a:lnTo>
                  <a:pt x="3969186" y="2705459"/>
                </a:lnTo>
                <a:lnTo>
                  <a:pt x="3438057" y="2647136"/>
                </a:lnTo>
                <a:close/>
                <a:moveTo>
                  <a:pt x="6323644" y="2462165"/>
                </a:moveTo>
                <a:lnTo>
                  <a:pt x="6323662" y="2462248"/>
                </a:lnTo>
                <a:lnTo>
                  <a:pt x="6185020" y="2709004"/>
                </a:lnTo>
                <a:lnTo>
                  <a:pt x="6318958" y="3167722"/>
                </a:lnTo>
                <a:lnTo>
                  <a:pt x="6460812" y="3080272"/>
                </a:lnTo>
                <a:lnTo>
                  <a:pt x="6323662" y="2462248"/>
                </a:lnTo>
                <a:lnTo>
                  <a:pt x="6323708" y="2462165"/>
                </a:lnTo>
                <a:close/>
                <a:moveTo>
                  <a:pt x="1454445" y="2448107"/>
                </a:moveTo>
                <a:lnTo>
                  <a:pt x="1477877" y="2457922"/>
                </a:lnTo>
                <a:lnTo>
                  <a:pt x="761071" y="2661508"/>
                </a:lnTo>
                <a:lnTo>
                  <a:pt x="737640" y="2651630"/>
                </a:lnTo>
                <a:close/>
                <a:moveTo>
                  <a:pt x="2773559" y="2261241"/>
                </a:moveTo>
                <a:lnTo>
                  <a:pt x="2858482" y="2341154"/>
                </a:lnTo>
                <a:lnTo>
                  <a:pt x="2225775" y="2389347"/>
                </a:lnTo>
                <a:lnTo>
                  <a:pt x="2140853" y="2309430"/>
                </a:lnTo>
                <a:close/>
                <a:moveTo>
                  <a:pt x="7806081" y="2223312"/>
                </a:moveTo>
                <a:lnTo>
                  <a:pt x="7722172" y="3078945"/>
                </a:lnTo>
                <a:lnTo>
                  <a:pt x="7352781" y="3308051"/>
                </a:lnTo>
                <a:lnTo>
                  <a:pt x="7436690" y="2452419"/>
                </a:lnTo>
                <a:close/>
                <a:moveTo>
                  <a:pt x="3956837" y="2197219"/>
                </a:moveTo>
                <a:lnTo>
                  <a:pt x="4435657" y="2387189"/>
                </a:lnTo>
                <a:lnTo>
                  <a:pt x="4488536" y="2579443"/>
                </a:lnTo>
                <a:lnTo>
                  <a:pt x="4009715" y="2389471"/>
                </a:lnTo>
                <a:close/>
                <a:moveTo>
                  <a:pt x="3111603" y="2106224"/>
                </a:moveTo>
                <a:lnTo>
                  <a:pt x="3676992" y="2192851"/>
                </a:lnTo>
                <a:lnTo>
                  <a:pt x="3758368" y="2329060"/>
                </a:lnTo>
                <a:lnTo>
                  <a:pt x="3192979" y="2242432"/>
                </a:lnTo>
                <a:close/>
                <a:moveTo>
                  <a:pt x="5781750" y="2095963"/>
                </a:moveTo>
                <a:lnTo>
                  <a:pt x="5707593" y="2376487"/>
                </a:lnTo>
                <a:lnTo>
                  <a:pt x="5963247" y="2792400"/>
                </a:lnTo>
                <a:lnTo>
                  <a:pt x="6082683" y="2668031"/>
                </a:lnTo>
                <a:close/>
                <a:moveTo>
                  <a:pt x="2495298" y="1979451"/>
                </a:moveTo>
                <a:lnTo>
                  <a:pt x="2547417" y="2027072"/>
                </a:lnTo>
                <a:lnTo>
                  <a:pt x="1872851" y="2056580"/>
                </a:lnTo>
                <a:lnTo>
                  <a:pt x="1820669" y="2008961"/>
                </a:lnTo>
                <a:close/>
                <a:moveTo>
                  <a:pt x="8377613" y="1857548"/>
                </a:moveTo>
                <a:lnTo>
                  <a:pt x="8377613" y="2230399"/>
                </a:lnTo>
                <a:lnTo>
                  <a:pt x="8303646" y="2736295"/>
                </a:lnTo>
                <a:lnTo>
                  <a:pt x="8001383" y="2924622"/>
                </a:lnTo>
                <a:lnTo>
                  <a:pt x="8135321" y="2008513"/>
                </a:lnTo>
                <a:close/>
                <a:moveTo>
                  <a:pt x="3841137" y="1794411"/>
                </a:moveTo>
                <a:lnTo>
                  <a:pt x="4344718" y="2019845"/>
                </a:lnTo>
                <a:lnTo>
                  <a:pt x="4386451" y="2169480"/>
                </a:lnTo>
                <a:lnTo>
                  <a:pt x="3882870" y="1944046"/>
                </a:lnTo>
                <a:close/>
                <a:moveTo>
                  <a:pt x="2889006" y="1740524"/>
                </a:moveTo>
                <a:lnTo>
                  <a:pt x="3488655" y="1855394"/>
                </a:lnTo>
                <a:lnTo>
                  <a:pt x="3547613" y="1952660"/>
                </a:lnTo>
                <a:lnTo>
                  <a:pt x="2947964" y="1837790"/>
                </a:lnTo>
                <a:close/>
                <a:moveTo>
                  <a:pt x="2216973" y="1697653"/>
                </a:moveTo>
                <a:lnTo>
                  <a:pt x="2236289" y="1712914"/>
                </a:lnTo>
                <a:lnTo>
                  <a:pt x="1519863" y="1723806"/>
                </a:lnTo>
                <a:lnTo>
                  <a:pt x="1500548" y="1708545"/>
                </a:lnTo>
                <a:close/>
                <a:moveTo>
                  <a:pt x="4596319" y="1684169"/>
                </a:moveTo>
                <a:lnTo>
                  <a:pt x="5007949" y="2025486"/>
                </a:lnTo>
                <a:lnTo>
                  <a:pt x="5009468" y="2177779"/>
                </a:lnTo>
                <a:lnTo>
                  <a:pt x="4597839" y="1836527"/>
                </a:lnTo>
                <a:close/>
                <a:moveTo>
                  <a:pt x="7207825" y="1461648"/>
                </a:moveTo>
                <a:lnTo>
                  <a:pt x="7349425" y="2327223"/>
                </a:lnTo>
                <a:lnTo>
                  <a:pt x="7038867" y="2652392"/>
                </a:lnTo>
                <a:lnTo>
                  <a:pt x="6897266" y="1786755"/>
                </a:lnTo>
                <a:close/>
                <a:moveTo>
                  <a:pt x="3725438" y="1391544"/>
                </a:moveTo>
                <a:lnTo>
                  <a:pt x="4253780" y="1652503"/>
                </a:lnTo>
                <a:lnTo>
                  <a:pt x="4284367" y="1759584"/>
                </a:lnTo>
                <a:lnTo>
                  <a:pt x="3756025" y="1498625"/>
                </a:lnTo>
                <a:close/>
                <a:moveTo>
                  <a:pt x="2666409" y="1374763"/>
                </a:moveTo>
                <a:lnTo>
                  <a:pt x="3300319" y="1517939"/>
                </a:lnTo>
                <a:lnTo>
                  <a:pt x="3336859" y="1576260"/>
                </a:lnTo>
                <a:lnTo>
                  <a:pt x="2702949" y="1433084"/>
                </a:lnTo>
                <a:close/>
                <a:moveTo>
                  <a:pt x="5247201" y="1300358"/>
                </a:moveTo>
                <a:lnTo>
                  <a:pt x="5828549" y="1919225"/>
                </a:lnTo>
                <a:lnTo>
                  <a:pt x="5826649" y="1926508"/>
                </a:lnTo>
                <a:lnTo>
                  <a:pt x="6025244" y="1573096"/>
                </a:lnTo>
                <a:lnTo>
                  <a:pt x="6411163" y="2306640"/>
                </a:lnTo>
                <a:lnTo>
                  <a:pt x="6407553" y="2313037"/>
                </a:lnTo>
                <a:lnTo>
                  <a:pt x="6679925" y="2028776"/>
                </a:lnTo>
                <a:lnTo>
                  <a:pt x="6855786" y="2821403"/>
                </a:lnTo>
                <a:lnTo>
                  <a:pt x="6850847" y="2826532"/>
                </a:lnTo>
                <a:lnTo>
                  <a:pt x="7174578" y="2626427"/>
                </a:lnTo>
                <a:lnTo>
                  <a:pt x="7140634" y="3421650"/>
                </a:lnTo>
                <a:lnTo>
                  <a:pt x="7134808" y="3425260"/>
                </a:lnTo>
                <a:lnTo>
                  <a:pt x="7485263" y="3317926"/>
                </a:lnTo>
                <a:lnTo>
                  <a:pt x="7255827" y="4062363"/>
                </a:lnTo>
                <a:lnTo>
                  <a:pt x="7249494" y="4064326"/>
                </a:lnTo>
                <a:lnTo>
                  <a:pt x="7601723" y="4051598"/>
                </a:lnTo>
                <a:lnTo>
                  <a:pt x="7203392" y="4698391"/>
                </a:lnTo>
                <a:lnTo>
                  <a:pt x="7197059" y="4698644"/>
                </a:lnTo>
                <a:lnTo>
                  <a:pt x="7527376" y="4775963"/>
                </a:lnTo>
                <a:lnTo>
                  <a:pt x="6996437" y="5287368"/>
                </a:lnTo>
                <a:lnTo>
                  <a:pt x="6990484" y="5285975"/>
                </a:lnTo>
                <a:lnTo>
                  <a:pt x="7277992" y="5443019"/>
                </a:lnTo>
                <a:lnTo>
                  <a:pt x="6657571" y="5792568"/>
                </a:lnTo>
                <a:lnTo>
                  <a:pt x="6652378" y="5789718"/>
                </a:lnTo>
                <a:lnTo>
                  <a:pt x="6880357" y="6011353"/>
                </a:lnTo>
                <a:lnTo>
                  <a:pt x="6217127" y="6184987"/>
                </a:lnTo>
                <a:lnTo>
                  <a:pt x="6213011" y="6180998"/>
                </a:lnTo>
                <a:lnTo>
                  <a:pt x="6369557" y="6448732"/>
                </a:lnTo>
                <a:lnTo>
                  <a:pt x="5710379" y="6444869"/>
                </a:lnTo>
                <a:lnTo>
                  <a:pt x="5710443" y="6444996"/>
                </a:lnTo>
                <a:lnTo>
                  <a:pt x="5707593" y="6440120"/>
                </a:lnTo>
                <a:lnTo>
                  <a:pt x="5786372" y="6733437"/>
                </a:lnTo>
                <a:lnTo>
                  <a:pt x="5175071" y="6562525"/>
                </a:lnTo>
                <a:lnTo>
                  <a:pt x="5173615" y="6557206"/>
                </a:lnTo>
                <a:lnTo>
                  <a:pt x="5173804" y="6839062"/>
                </a:lnTo>
                <a:lnTo>
                  <a:pt x="5173804" y="6854893"/>
                </a:lnTo>
                <a:lnTo>
                  <a:pt x="5147524" y="6839062"/>
                </a:lnTo>
                <a:lnTo>
                  <a:pt x="4648565" y="6537956"/>
                </a:lnTo>
                <a:lnTo>
                  <a:pt x="4648565" y="6532573"/>
                </a:lnTo>
                <a:lnTo>
                  <a:pt x="4574662" y="6814556"/>
                </a:lnTo>
                <a:lnTo>
                  <a:pt x="4165755" y="6381165"/>
                </a:lnTo>
                <a:lnTo>
                  <a:pt x="4167085" y="6376100"/>
                </a:lnTo>
                <a:lnTo>
                  <a:pt x="4028208" y="6624393"/>
                </a:lnTo>
                <a:lnTo>
                  <a:pt x="3756279" y="6110201"/>
                </a:lnTo>
                <a:lnTo>
                  <a:pt x="3758812" y="6105706"/>
                </a:lnTo>
                <a:lnTo>
                  <a:pt x="3568069" y="6305620"/>
                </a:lnTo>
                <a:lnTo>
                  <a:pt x="3443440" y="5749697"/>
                </a:lnTo>
                <a:lnTo>
                  <a:pt x="3446860" y="5746088"/>
                </a:lnTo>
                <a:lnTo>
                  <a:pt x="3219957" y="5886984"/>
                </a:lnTo>
                <a:lnTo>
                  <a:pt x="3242565" y="5328909"/>
                </a:lnTo>
                <a:lnTo>
                  <a:pt x="3246681" y="5326376"/>
                </a:lnTo>
                <a:lnTo>
                  <a:pt x="3000906" y="5402238"/>
                </a:lnTo>
                <a:lnTo>
                  <a:pt x="3160809" y="4879498"/>
                </a:lnTo>
                <a:lnTo>
                  <a:pt x="3165242" y="4878105"/>
                </a:lnTo>
                <a:lnTo>
                  <a:pt x="2918074" y="4887540"/>
                </a:lnTo>
                <a:lnTo>
                  <a:pt x="3196716" y="4433063"/>
                </a:lnTo>
                <a:lnTo>
                  <a:pt x="3201212" y="4432873"/>
                </a:lnTo>
                <a:lnTo>
                  <a:pt x="2969306" y="4379110"/>
                </a:lnTo>
                <a:lnTo>
                  <a:pt x="3341166" y="4019430"/>
                </a:lnTo>
                <a:lnTo>
                  <a:pt x="3345346" y="4020380"/>
                </a:lnTo>
                <a:lnTo>
                  <a:pt x="3143330" y="3910639"/>
                </a:lnTo>
                <a:lnTo>
                  <a:pt x="3578264" y="3664435"/>
                </a:lnTo>
                <a:lnTo>
                  <a:pt x="3581938" y="3666398"/>
                </a:lnTo>
                <a:lnTo>
                  <a:pt x="3421592" y="3511190"/>
                </a:lnTo>
                <a:lnTo>
                  <a:pt x="3886797" y="3388343"/>
                </a:lnTo>
                <a:lnTo>
                  <a:pt x="3889710" y="3391128"/>
                </a:lnTo>
                <a:lnTo>
                  <a:pt x="3779456" y="3203438"/>
                </a:lnTo>
                <a:lnTo>
                  <a:pt x="4242128" y="3205147"/>
                </a:lnTo>
                <a:lnTo>
                  <a:pt x="4244091" y="3208566"/>
                </a:lnTo>
                <a:lnTo>
                  <a:pt x="4188363" y="3002891"/>
                </a:lnTo>
                <a:lnTo>
                  <a:pt x="4617661" y="3121876"/>
                </a:lnTo>
                <a:lnTo>
                  <a:pt x="4618674" y="3125612"/>
                </a:lnTo>
                <a:lnTo>
                  <a:pt x="4618104" y="2916706"/>
                </a:lnTo>
                <a:lnTo>
                  <a:pt x="4813343" y="3033919"/>
                </a:lnTo>
                <a:lnTo>
                  <a:pt x="4847604" y="2905308"/>
                </a:lnTo>
                <a:lnTo>
                  <a:pt x="4611898" y="2744464"/>
                </a:lnTo>
                <a:lnTo>
                  <a:pt x="4610885" y="2505860"/>
                </a:lnTo>
                <a:lnTo>
                  <a:pt x="4889843" y="2696210"/>
                </a:lnTo>
                <a:lnTo>
                  <a:pt x="4931766" y="2538345"/>
                </a:lnTo>
                <a:lnTo>
                  <a:pt x="4604932" y="2290495"/>
                </a:lnTo>
                <a:lnTo>
                  <a:pt x="4603666" y="2095076"/>
                </a:lnTo>
                <a:lnTo>
                  <a:pt x="4974766" y="2376487"/>
                </a:lnTo>
                <a:lnTo>
                  <a:pt x="5049936" y="2093367"/>
                </a:lnTo>
                <a:lnTo>
                  <a:pt x="5506971" y="2518399"/>
                </a:lnTo>
                <a:lnTo>
                  <a:pt x="5594110" y="2363695"/>
                </a:lnTo>
                <a:lnTo>
                  <a:pt x="5104017" y="1841970"/>
                </a:lnTo>
                <a:close/>
                <a:moveTo>
                  <a:pt x="4589100" y="1273385"/>
                </a:moveTo>
                <a:lnTo>
                  <a:pt x="5014915" y="1654534"/>
                </a:lnTo>
                <a:lnTo>
                  <a:pt x="5016688" y="1763704"/>
                </a:lnTo>
                <a:lnTo>
                  <a:pt x="4590873" y="1382492"/>
                </a:lnTo>
                <a:close/>
                <a:moveTo>
                  <a:pt x="2443813" y="1009004"/>
                </a:moveTo>
                <a:lnTo>
                  <a:pt x="3111920" y="1180486"/>
                </a:lnTo>
                <a:lnTo>
                  <a:pt x="3126105" y="1199863"/>
                </a:lnTo>
                <a:lnTo>
                  <a:pt x="2457935" y="1028381"/>
                </a:lnTo>
                <a:close/>
                <a:moveTo>
                  <a:pt x="3609738" y="988739"/>
                </a:moveTo>
                <a:lnTo>
                  <a:pt x="4162841" y="1285159"/>
                </a:lnTo>
                <a:lnTo>
                  <a:pt x="4182283" y="1349686"/>
                </a:lnTo>
                <a:lnTo>
                  <a:pt x="3629180" y="1053203"/>
                </a:lnTo>
                <a:close/>
                <a:moveTo>
                  <a:pt x="7735787" y="894517"/>
                </a:moveTo>
                <a:lnTo>
                  <a:pt x="7843127" y="1833109"/>
                </a:lnTo>
                <a:lnTo>
                  <a:pt x="7589247" y="2100019"/>
                </a:lnTo>
                <a:lnTo>
                  <a:pt x="7481906" y="1161429"/>
                </a:lnTo>
                <a:close/>
                <a:moveTo>
                  <a:pt x="6405780" y="872226"/>
                </a:moveTo>
                <a:lnTo>
                  <a:pt x="6776563" y="1686955"/>
                </a:lnTo>
                <a:lnTo>
                  <a:pt x="6550420" y="2090899"/>
                </a:lnTo>
                <a:lnTo>
                  <a:pt x="6179637" y="1276171"/>
                </a:lnTo>
                <a:close/>
                <a:moveTo>
                  <a:pt x="4581944" y="862537"/>
                </a:moveTo>
                <a:lnTo>
                  <a:pt x="5021881" y="1283580"/>
                </a:lnTo>
                <a:lnTo>
                  <a:pt x="5023844" y="1349627"/>
                </a:lnTo>
                <a:lnTo>
                  <a:pt x="4583907" y="928521"/>
                </a:lnTo>
                <a:close/>
                <a:moveTo>
                  <a:pt x="3494038" y="585871"/>
                </a:moveTo>
                <a:lnTo>
                  <a:pt x="4071903" y="917816"/>
                </a:lnTo>
                <a:lnTo>
                  <a:pt x="4080199" y="939726"/>
                </a:lnTo>
                <a:lnTo>
                  <a:pt x="3502334" y="607844"/>
                </a:lnTo>
                <a:close/>
                <a:moveTo>
                  <a:pt x="5444466" y="507352"/>
                </a:moveTo>
                <a:lnTo>
                  <a:pt x="6032020" y="1210314"/>
                </a:lnTo>
                <a:lnTo>
                  <a:pt x="5911444" y="1669160"/>
                </a:lnTo>
                <a:lnTo>
                  <a:pt x="5323890" y="966198"/>
                </a:lnTo>
                <a:close/>
                <a:moveTo>
                  <a:pt x="4574725" y="451691"/>
                </a:moveTo>
                <a:lnTo>
                  <a:pt x="5028847" y="912627"/>
                </a:lnTo>
                <a:lnTo>
                  <a:pt x="5031064" y="935486"/>
                </a:lnTo>
                <a:lnTo>
                  <a:pt x="4577005" y="474551"/>
                </a:lnTo>
                <a:close/>
                <a:moveTo>
                  <a:pt x="8263686" y="327323"/>
                </a:moveTo>
                <a:lnTo>
                  <a:pt x="8336766" y="1338990"/>
                </a:lnTo>
                <a:lnTo>
                  <a:pt x="8139627" y="1547706"/>
                </a:lnTo>
                <a:lnTo>
                  <a:pt x="8066484" y="536039"/>
                </a:lnTo>
                <a:close/>
                <a:moveTo>
                  <a:pt x="6786379" y="171355"/>
                </a:moveTo>
                <a:lnTo>
                  <a:pt x="7142027" y="1067265"/>
                </a:lnTo>
                <a:lnTo>
                  <a:pt x="6957427" y="1398577"/>
                </a:lnTo>
                <a:lnTo>
                  <a:pt x="6601779" y="502667"/>
                </a:lnTo>
                <a:close/>
                <a:moveTo>
                  <a:pt x="7767324" y="2"/>
                </a:moveTo>
                <a:lnTo>
                  <a:pt x="7779166" y="2"/>
                </a:lnTo>
                <a:lnTo>
                  <a:pt x="7771566" y="13870"/>
                </a:lnTo>
                <a:close/>
                <a:moveTo>
                  <a:pt x="7118406" y="2"/>
                </a:moveTo>
                <a:lnTo>
                  <a:pt x="7351578" y="2"/>
                </a:lnTo>
                <a:lnTo>
                  <a:pt x="7507491" y="447513"/>
                </a:lnTo>
                <a:lnTo>
                  <a:pt x="7364497" y="706191"/>
                </a:lnTo>
                <a:close/>
                <a:moveTo>
                  <a:pt x="6304645" y="1"/>
                </a:moveTo>
                <a:lnTo>
                  <a:pt x="6385768" y="1"/>
                </a:lnTo>
                <a:lnTo>
                  <a:pt x="6363730" y="85742"/>
                </a:lnTo>
                <a:close/>
                <a:moveTo>
                  <a:pt x="5567385" y="0"/>
                </a:moveTo>
                <a:lnTo>
                  <a:pt x="5857299" y="0"/>
                </a:lnTo>
                <a:lnTo>
                  <a:pt x="6235555" y="501337"/>
                </a:lnTo>
                <a:lnTo>
                  <a:pt x="6137587" y="877482"/>
                </a:lnTo>
                <a:lnTo>
                  <a:pt x="5543827" y="9049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DFD76-F8BE-B383-F2CB-FD881A7180E6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225CFFB-FF9E-47C5-8A38-CBE27EAF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39F9F6DA-54B0-4E86-A2E9-77437AD922F7}" type="datetime4">
              <a:rPr lang="en-GB" smtClean="0"/>
              <a:t>13 May 2026</a:t>
            </a:fld>
            <a:endParaRPr lang="en-GB" dirty="0"/>
          </a:p>
        </p:txBody>
      </p:sp>
      <p:pic>
        <p:nvPicPr>
          <p:cNvPr id="4" name="Picture 3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BA82A080-883F-75B1-6C24-8DC697866A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6" name="Picture 5" descr="A logo with red text&#10;&#10;AI-generated content may be incorrect.">
            <a:extLst>
              <a:ext uri="{FF2B5EF4-FFF2-40B4-BE49-F238E27FC236}">
                <a16:creationId xmlns:a16="http://schemas.microsoft.com/office/drawing/2014/main" id="{338C8605-4823-FC8B-2867-00CA2C284FE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61F848-18FA-BBB2-F6B2-EBBD5E6B7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52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6701188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435600"/>
            <a:ext cx="6701189" cy="731838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 dirty="0">
                <a:effectLst/>
                <a:latin typeface="Arial" panose="020B0604020202020204" pitchFamily="34" charset="0"/>
              </a:rPr>
              <a:t>Lorem ipsum </a:t>
            </a:r>
            <a:r>
              <a:rPr lang="en-GB" dirty="0" err="1">
                <a:effectLst/>
                <a:latin typeface="Arial" panose="020B0604020202020204" pitchFamily="34" charset="0"/>
              </a:rPr>
              <a:t>dolor</a:t>
            </a:r>
            <a:r>
              <a:rPr lang="en-GB" dirty="0">
                <a:effectLst/>
                <a:latin typeface="Arial" panose="020B0604020202020204" pitchFamily="34" charset="0"/>
              </a:rPr>
              <a:t> sit </a:t>
            </a:r>
            <a:r>
              <a:rPr lang="en-GB" dirty="0" err="1">
                <a:effectLst/>
                <a:latin typeface="Arial" panose="020B0604020202020204" pitchFamily="34" charset="0"/>
              </a:rPr>
              <a:t>amet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elit</a:t>
            </a:r>
            <a:r>
              <a:rPr lang="en-GB" dirty="0">
                <a:effectLst/>
                <a:latin typeface="Arial" panose="020B0604020202020204" pitchFamily="34" charset="0"/>
              </a:rPr>
              <a:t>. Ut convallis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volutpat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Suspendisse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volutpat</a:t>
            </a:r>
            <a:r>
              <a:rPr lang="en-GB" dirty="0">
                <a:effectLst/>
                <a:latin typeface="Arial" panose="020B0604020202020204" pitchFamily="34" charset="0"/>
              </a:rPr>
              <a:t> id eros a </a:t>
            </a:r>
            <a:r>
              <a:rPr lang="en-GB" dirty="0" err="1">
                <a:effectLst/>
                <a:latin typeface="Arial" panose="020B0604020202020204" pitchFamily="34" charset="0"/>
              </a:rPr>
              <a:t>ultricies</a:t>
            </a:r>
            <a:r>
              <a:rPr lang="en-GB" dirty="0">
                <a:effectLst/>
                <a:latin typeface="Arial" panose="020B0604020202020204" pitchFamily="34" charset="0"/>
              </a:rPr>
              <a:t>. Vestibulum </a:t>
            </a:r>
            <a:r>
              <a:rPr lang="en-GB" dirty="0" err="1">
                <a:effectLst/>
                <a:latin typeface="Arial" panose="020B0604020202020204" pitchFamily="34" charset="0"/>
              </a:rPr>
              <a:t>iaculis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luctus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velit</a:t>
            </a:r>
            <a:r>
              <a:rPr lang="en-GB" dirty="0">
                <a:effectLst/>
                <a:latin typeface="Arial" panose="020B0604020202020204" pitchFamily="34" charset="0"/>
              </a:rPr>
              <a:t>, vitae fermentum </a:t>
            </a:r>
            <a:r>
              <a:rPr lang="en-GB" dirty="0" err="1">
                <a:effectLst/>
                <a:latin typeface="Arial" panose="020B0604020202020204" pitchFamily="34" charset="0"/>
              </a:rPr>
              <a:t>felis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sollicitudin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Pellentesque</a:t>
            </a:r>
            <a:r>
              <a:rPr lang="en-GB" dirty="0">
                <a:effectLst/>
                <a:latin typeface="Arial" panose="020B0604020202020204" pitchFamily="34" charset="0"/>
              </a:rPr>
              <a:t> tempus libero </a:t>
            </a:r>
            <a:r>
              <a:rPr lang="en-GB" dirty="0" err="1">
                <a:effectLst/>
                <a:latin typeface="Arial" panose="020B0604020202020204" pitchFamily="34" charset="0"/>
              </a:rPr>
              <a:t>nibh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nec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interdum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urna</a:t>
            </a:r>
            <a:r>
              <a:rPr lang="en-GB" dirty="0">
                <a:effectLst/>
                <a:latin typeface="Arial" panose="020B0604020202020204" pitchFamily="34" charset="0"/>
              </a:rPr>
              <a:t> fermentum vel. Nunc </a:t>
            </a:r>
            <a:r>
              <a:rPr lang="en-GB" dirty="0" err="1">
                <a:effectLst/>
                <a:latin typeface="Arial" panose="020B0604020202020204" pitchFamily="34" charset="0"/>
              </a:rPr>
              <a:t>dignissim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lacus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velit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eu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hendrerit</a:t>
            </a:r>
            <a:r>
              <a:rPr lang="en-GB" dirty="0">
                <a:effectLst/>
                <a:latin typeface="Arial" panose="020B0604020202020204" pitchFamily="34" charset="0"/>
              </a:rPr>
              <a:t> magna </a:t>
            </a:r>
            <a:r>
              <a:rPr lang="en-GB" dirty="0" err="1">
                <a:effectLst/>
                <a:latin typeface="Arial" panose="020B0604020202020204" pitchFamily="34" charset="0"/>
              </a:rPr>
              <a:t>commodo</a:t>
            </a:r>
            <a:r>
              <a:rPr lang="en-GB" dirty="0">
                <a:effectLst/>
                <a:latin typeface="Arial" panose="020B0604020202020204" pitchFamily="34" charset="0"/>
              </a:rPr>
              <a:t> et.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suscipit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tellus</a:t>
            </a:r>
            <a:r>
              <a:rPr lang="en-GB" dirty="0">
                <a:effectLst/>
                <a:latin typeface="Arial" panose="020B0604020202020204" pitchFamily="34" charset="0"/>
              </a:rPr>
              <a:t> ac auctor </a:t>
            </a:r>
            <a:r>
              <a:rPr lang="en-GB" dirty="0" err="1">
                <a:effectLst/>
                <a:latin typeface="Arial" panose="020B0604020202020204" pitchFamily="34" charset="0"/>
              </a:rPr>
              <a:t>egestas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arcu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leo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molestie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augue</a:t>
            </a:r>
            <a:r>
              <a:rPr lang="en-GB" dirty="0">
                <a:effectLst/>
                <a:latin typeface="Arial" panose="020B0604020202020204" pitchFamily="34" charset="0"/>
              </a:rPr>
              <a:t>, at porta </a:t>
            </a:r>
            <a:r>
              <a:rPr lang="en-GB" dirty="0" err="1">
                <a:effectLst/>
                <a:latin typeface="Arial" panose="020B0604020202020204" pitchFamily="34" charset="0"/>
              </a:rPr>
              <a:t>dolor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lectus</a:t>
            </a:r>
            <a:r>
              <a:rPr lang="en-GB" dirty="0">
                <a:effectLst/>
                <a:latin typeface="Arial" panose="020B0604020202020204" pitchFamily="34" charset="0"/>
              </a:rPr>
              <a:t>. Integer </a:t>
            </a:r>
            <a:r>
              <a:rPr lang="en-GB" dirty="0" err="1">
                <a:effectLst/>
                <a:latin typeface="Arial" panose="020B0604020202020204" pitchFamily="34" charset="0"/>
              </a:rPr>
              <a:t>justo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orci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vulputate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laoreet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imperdiet</a:t>
            </a:r>
            <a:r>
              <a:rPr lang="en-GB" dirty="0">
                <a:effectLst/>
                <a:latin typeface="Arial" panose="020B0604020202020204" pitchFamily="34" charset="0"/>
              </a:rPr>
              <a:t> id </a:t>
            </a:r>
            <a:r>
              <a:rPr lang="en-GB" dirty="0" err="1">
                <a:effectLst/>
                <a:latin typeface="Arial" panose="020B0604020202020204" pitchFamily="34" charset="0"/>
              </a:rPr>
              <a:t>neque</a:t>
            </a:r>
            <a:r>
              <a:rPr lang="en-GB" dirty="0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dirty="0" err="1">
                <a:effectLst/>
                <a:latin typeface="Arial" panose="020B0604020202020204" pitchFamily="34" charset="0"/>
              </a:rPr>
              <a:t>primis</a:t>
            </a:r>
            <a:r>
              <a:rPr lang="en-GB" dirty="0">
                <a:effectLst/>
                <a:latin typeface="Arial" panose="020B0604020202020204" pitchFamily="34" charset="0"/>
              </a:rPr>
              <a:t> in </a:t>
            </a:r>
            <a:r>
              <a:rPr lang="en-GB" dirty="0" err="1">
                <a:effectLst/>
                <a:latin typeface="Arial" panose="020B0604020202020204" pitchFamily="34" charset="0"/>
              </a:rPr>
              <a:t>faucibus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orci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luctus</a:t>
            </a:r>
            <a:r>
              <a:rPr lang="en-GB" dirty="0">
                <a:effectLst/>
                <a:latin typeface="Arial" panose="020B0604020202020204" pitchFamily="34" charset="0"/>
              </a:rPr>
              <a:t> et </a:t>
            </a:r>
            <a:r>
              <a:rPr lang="en-GB" dirty="0" err="1">
                <a:effectLst/>
                <a:latin typeface="Arial" panose="020B0604020202020204" pitchFamily="34" charset="0"/>
              </a:rPr>
              <a:t>ultrices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posuere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cubilia</a:t>
            </a:r>
            <a:r>
              <a:rPr lang="en-GB" dirty="0">
                <a:effectLst/>
                <a:latin typeface="Arial" panose="020B0604020202020204" pitchFamily="34" charset="0"/>
              </a:rPr>
              <a:t> curae; Nam gravida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 id </a:t>
            </a:r>
            <a:r>
              <a:rPr lang="en-GB" dirty="0" err="1">
                <a:effectLst/>
                <a:latin typeface="Arial" panose="020B0604020202020204" pitchFamily="34" charset="0"/>
              </a:rPr>
              <a:t>bibendum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posuere</a:t>
            </a:r>
            <a:r>
              <a:rPr lang="en-GB" dirty="0">
                <a:effectLst/>
                <a:latin typeface="Arial" panose="020B0604020202020204" pitchFamily="34" charset="0"/>
              </a:rPr>
              <a:t>. Nunc </a:t>
            </a:r>
            <a:r>
              <a:rPr lang="en-GB" dirty="0" err="1">
                <a:effectLst/>
                <a:latin typeface="Arial" panose="020B0604020202020204" pitchFamily="34" charset="0"/>
              </a:rPr>
              <a:t>massa</a:t>
            </a:r>
            <a:r>
              <a:rPr lang="en-GB" dirty="0">
                <a:effectLst/>
                <a:latin typeface="Arial" panose="020B0604020202020204" pitchFamily="34" charset="0"/>
              </a:rPr>
              <a:t> ante, </a:t>
            </a:r>
            <a:r>
              <a:rPr lang="en-GB" dirty="0" err="1">
                <a:effectLst/>
                <a:latin typeface="Arial" panose="020B0604020202020204" pitchFamily="34" charset="0"/>
              </a:rPr>
              <a:t>elementum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massa</a:t>
            </a:r>
            <a:r>
              <a:rPr lang="en-GB" dirty="0">
                <a:effectLst/>
                <a:latin typeface="Arial" panose="020B0604020202020204" pitchFamily="34" charset="0"/>
              </a:rPr>
              <a:t> vitae, maximus porta </a:t>
            </a:r>
            <a:r>
              <a:rPr lang="en-GB" dirty="0" err="1">
                <a:effectLst/>
                <a:latin typeface="Arial" panose="020B0604020202020204" pitchFamily="34" charset="0"/>
              </a:rPr>
              <a:t>nunc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Quisque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, in </a:t>
            </a:r>
            <a:r>
              <a:rPr lang="en-GB" dirty="0" err="1">
                <a:effectLst/>
                <a:latin typeface="Arial" panose="020B0604020202020204" pitchFamily="34" charset="0"/>
              </a:rPr>
              <a:t>tempor</a:t>
            </a:r>
            <a:r>
              <a:rPr lang="en-GB" dirty="0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6701189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0C06559A-B4D9-9ED0-AA78-AC8963E7471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11" name="Picture 10" descr="A logo with red text&#10;&#10;AI-generated content may be incorrect.">
            <a:extLst>
              <a:ext uri="{FF2B5EF4-FFF2-40B4-BE49-F238E27FC236}">
                <a16:creationId xmlns:a16="http://schemas.microsoft.com/office/drawing/2014/main" id="{DCFB0223-34CF-78B2-C27D-03F62F41F0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FA8EC8-12AA-76FD-5191-255891D40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32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gradFill>
          <a:gsLst>
            <a:gs pos="100000">
              <a:schemeClr val="bg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2140F33-259D-7446-718A-78A220058B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89B4EE-AB58-1B67-920F-E0F5387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EAFE57-5891-68F2-F447-7AB66F140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733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gradFill>
          <a:gsLst>
            <a:gs pos="100000">
              <a:schemeClr val="bg2"/>
            </a:gs>
            <a:gs pos="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3788DA-DE75-41BB-6898-9B846EF6A7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8BBD0-59EF-E044-3130-E0FB52C1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BE841F6-81B0-43AD-9FAA-09FCB34B6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035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gradFill>
          <a:gsLst>
            <a:gs pos="100000">
              <a:schemeClr val="bg2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D3EA405-9AA2-6DF3-26B5-065FD20DC8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5DD3E-9084-57CA-934F-DACFD96A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7D8B52-3B12-98D4-87C7-1483DE307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5286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6C7FB5-39AD-8C0E-E87A-EE4C44161C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F1C92F-FBB3-D752-4F65-06141650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0E86F6E-0AEE-8488-A8BE-6A321E930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066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4B47816-320C-698C-851B-8495FA7D6B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F9763B-5716-C024-3177-3131F437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D3960FE-A1B3-03CD-033B-FBE2EF105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0090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9911699-419B-B02B-28CB-8242E71D6B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C4A258-C603-25FF-B1FA-7B2541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13B10-87FC-65F6-7ADB-0BBD371217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14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7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790C48-70A6-9376-165F-D52E6AA696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DBBA1-3402-0052-1F0C-E4C4C631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447244-4CF9-599C-0D61-CE5DB10FDE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3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8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01FE6E-834E-643B-24B7-AA38CF9BF7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62BC16-C903-E86D-9F1A-49E3253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4494ABE-C38E-1DCA-E4AF-99343FFF4D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384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22211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8374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19230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6633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7489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4892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5748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ontent Placeholder 25">
            <a:extLst>
              <a:ext uri="{FF2B5EF4-FFF2-40B4-BE49-F238E27FC236}">
                <a16:creationId xmlns:a16="http://schemas.microsoft.com/office/drawing/2014/main" id="{43321E27-7B62-48F1-B46D-2FDE1B4D445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81000" y="433151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BAB0D16-D0D7-4F1B-904F-7CBC77B644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7106" y="424007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8927ED1C-95ED-4951-91EE-26BEC69FF18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81000" y="501410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4E4B0A4B-9B72-4FC4-9A6A-C632BF92EC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106" y="492266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Content Placeholder 26">
            <a:extLst>
              <a:ext uri="{FF2B5EF4-FFF2-40B4-BE49-F238E27FC236}">
                <a16:creationId xmlns:a16="http://schemas.microsoft.com/office/drawing/2014/main" id="{CE347C3E-33C4-6607-5EF4-1B83754293F1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96875" y="56966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 dirty="0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B1B1559-C9A9-58CC-0853-471C9D922E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2981" y="56052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226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122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AE1208-C6B7-287B-DD96-4E54BB2A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6068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 dirty="0"/>
              <a:t>Optional sub-head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ACF05-52EB-BCC1-FEFA-A3B7609A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46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CBE-C749-BAE8-58C3-8907FE86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5DBF7D3-0095-FDF3-B2B3-725C7B87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78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9B11-C747-5E07-B1CE-ED5C2A7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CCA51A-BFDD-FB97-F4E7-9847797D5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21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DCD3-7782-2E0F-4D86-1B85B29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8BD4F4-5DB3-7D68-E166-17B5BB94A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63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EEC17-B41C-86B7-7B3C-2C2804D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B4CA73-68AC-987A-C015-D22088DF0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59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DD4FF-7BBA-F189-9117-A86040E7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632" y="1749425"/>
            <a:ext cx="5626368" cy="4410075"/>
          </a:xfrm>
        </p:spPr>
        <p:txBody>
          <a:bodyPr lIns="90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5CB3-3B29-7D02-83C1-CA93F03D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67DF-D3E9-F120-66D8-83C3BD61E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5"/>
            <a:ext cx="5626368" cy="4410075"/>
          </a:xfrm>
        </p:spPr>
        <p:txBody>
          <a:bodyPr lIns="90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66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8A748E-34A1-4E46-B7C8-B3C068148C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B72B-3232-8BD1-A8F9-6A31A5F1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AA837C17-AB25-405F-9D1A-88B85BADF0C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2305879"/>
            <a:ext cx="11430000" cy="38536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50B8CA2-B242-A45A-4C80-C40FED7A5B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9994" y="1749425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2D29DC9E-0F32-4CC5-8A57-6F047FD124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116856-F0BC-4944-B5E5-80DAC5BCAD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D99B4F2-3364-424A-8BD7-EEE0BE410B1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338372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3EF1D9E-C3FA-40B4-BE61-216DACCD3D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09872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6CD580D2-ACCF-451D-AABB-8DF1E53D3B7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95746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C072118-4B94-45EC-AA92-8B824DFF3B6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67246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4537093-CB2A-43BF-B751-47818D589D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1956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3C16867A-C60E-43B4-B09F-F311F28C5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EFEFEF0-23A5-4EE1-BC9C-F15C3234DC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69328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DAB87D3B-8786-44FE-8911-3CC5038032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8372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CBD6C4B-7454-4CAA-94A2-346564DBAD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26700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5F6ACA5-F54D-4926-B176-77EB495C3C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95744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86C44-7D06-8B20-4C66-3CD8542D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BB48EF12-FABA-4764-BFE6-5D5C961B2D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5400000" flipH="1">
            <a:off x="3834606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9DA67F7-9E06-49BD-A8F7-907C889C51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5400000" flipH="1">
            <a:off x="7791978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E9D7CF6-C61D-C157-F604-FB5800EF9F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17EAAE0-5069-4A31-0682-7EC7C51222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19994" y="1749425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271F511-B06F-1719-0FC4-4979A96C55E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81000" y="4482204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5BF683B-038E-3D3B-FB55-479DB6B0BA1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9994" y="4482204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44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784EB7-0D22-4F5B-5100-1CBED4089E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3429809" cy="4410075"/>
          </a:xfrm>
        </p:spPr>
        <p:txBody>
          <a:bodyPr lIns="72000">
            <a:normAutofit/>
          </a:bodyPr>
          <a:lstStyle>
            <a:lvl1pPr marL="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/>
              <a:t>Click to edit Master text styles</a:t>
            </a:r>
          </a:p>
          <a:p>
            <a:pPr marL="4572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Third level</a:t>
            </a:r>
          </a:p>
          <a:p>
            <a:pPr marL="9144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Fourth level</a:t>
            </a:r>
          </a:p>
          <a:p>
            <a:pPr marL="11430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D3A63-E32D-AC27-6C75-32269B5E6D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7819" y="1749425"/>
            <a:ext cx="7853181" cy="4410075"/>
          </a:xfrm>
        </p:spPr>
        <p:txBody>
          <a:bodyPr lIns="72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3D49C-A884-FC35-712A-3A7F137A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487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999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94258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07517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0999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94258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07517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1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85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535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385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960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53500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2054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0633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60266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49899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0633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60265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49897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464CEC-1C7A-8E0B-F258-D087CBCFF6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539531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DCB5F0D-C136-0E07-F651-2F5233B7F4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39531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90279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83135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8527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87405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464CEC-1C7A-8E0B-F258-D087CBCFF6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8954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640A1-3AA7-1A1B-BD34-F5F077109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891677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9FE6158-DCB2-D7B3-CEEA-A4289F73E2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891677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68B6803-2A05-CA78-5E00-151F31089C4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8954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023E06C-0384-91B3-3759-82771AD57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87406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FAF9E9C-5A31-0F33-B687-8650F8F134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8527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F44C8-1B8A-6FC8-4267-1E100202D94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83136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353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6BD6F-3D42-44DD-B3DF-271B085640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000" y="2350632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E43DB4-051C-4304-9631-9084EA035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10262" y="2350632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0544517-A048-40DF-932A-B75E18619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351453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9347B8D2-A3BC-46D3-B7D9-A5AB1CA5E6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0262" y="3351453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C0B73FD-94B8-46D0-A27E-A927E824AF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352274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3C71A331-AA90-4DD1-A4A6-8BB65ADFF2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10262" y="4352274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14452FE-099F-4196-9B11-FB7762D34F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1000" y="5353093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EA2D9F8-B0E3-41C4-8EFC-C18EDA4454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10262" y="5353093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A6A895-2040-4C3E-9A1B-8C415045D378}"/>
              </a:ext>
            </a:extLst>
          </p:cNvPr>
          <p:cNvCxnSpPr>
            <a:cxnSpLocks/>
          </p:cNvCxnSpPr>
          <p:nvPr userDrawn="1"/>
        </p:nvCxnSpPr>
        <p:spPr>
          <a:xfrm>
            <a:off x="381000" y="3254246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BF287A-0B2E-4BAB-B9FC-B2A7EB6D61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4255067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68DB3D-437D-438E-8167-4A133275C3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255888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31A0D-2EED-DF92-2B80-3CF38A89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7820746-DCA6-3F9A-E3B3-FEB9F7347C3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2880000" cy="5040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EEF0640-51B7-331B-C0BA-9E9AD074713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10262" y="1749425"/>
            <a:ext cx="8600738" cy="5040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342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2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5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CAFF-F64F-99F3-1C15-2943F43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624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178B9-9CAB-4111-AFE4-FCD91FCB34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bg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C7D5-1AE2-4969-8D61-6E81FFDA49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56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C12ACDB-7F6E-4D69-AC7C-B8CB4866B4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137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tx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82F72FC-E817-4134-991D-E5C6F62508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993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718546A-E34E-48A7-97E3-DA30E04D45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9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accent1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416119A-9667-46B0-9AAA-E60DFF591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0304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accent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1370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739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72E33-86F4-7F47-E721-D74AD614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15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318FCF-7489-8375-35A6-A98945A34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0EB2423-B41D-3C94-04F2-9092D0613B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B6DF26C-F1B7-F178-5867-9BC9A16A66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C52984A1-1010-4A2E-A163-00FE56218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1C2A04E1-F1A7-4E26-B64E-64699EDF58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C13C4474-FFB3-4752-8C38-E108CE0136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781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C1B5B8F-8F7F-4A26-BA85-D4BA4E0DD8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696695-91BA-4DC5-8AD3-6D6316100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3437A52-D8B5-4EC5-893E-8E9C14C978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4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D406D3A-5C08-4C2E-95C7-B4F544193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8639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4A8B8C-8F54-4392-A714-5B1F21C6F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9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A82B1AE-89C0-4198-9AA9-402DB3406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10554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3BEE76C-FDC0-4E76-8723-9E9D8A5D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278850B-74B2-4F43-8452-FEE8AEA30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C9F12F-ED06-41E8-99FD-389F9E0948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FFA38-4355-040C-6637-C75BBF68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581B735E-0A7D-404F-AF50-ECD0DF6C38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FA067AC5-AD8D-44E6-8C58-DC1EFE6D56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CC3191A3-6685-4D82-8271-A0BD931458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86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68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68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052DD7-6318-B41C-E822-0A9B0261D4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295A86-55EA-E45B-DE4B-3A4F945641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C08BA1-17A1-DE85-A338-38E67AB59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46AFD0-EB4E-19A1-2B98-AF43D3C424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49BE5BE-1B8E-A14C-8514-E56E51B79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D0FA5101-23ED-4274-8DE4-4D15014FC2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C8AB2199-85DF-43D2-9C91-C454A629DC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31187B0D-2526-43B5-9BA9-02DDEAC64A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A307AD5-7634-4142-A822-22527C2940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A906489B-C890-41CB-99F1-DC3F60AFDE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23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lIns="90000" tIns="46800" rIns="900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lIns="90000" tIns="46800" rIns="900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6F900C4-405C-454A-81EA-4FC1885A63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97A4ED5-09F6-4AC5-B3A5-FD24DC7461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396707-D59D-4E31-8254-C1705CE2FA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9C41724-B810-40DF-B21C-7339CC94BC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0FB2364-CFBD-4EE3-BDB9-9EEFA34847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18A2A-AA09-8E73-1A10-68723CD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7B373DA1-EE0E-40AC-A266-BBB7F53A39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4A2A1A34-D52D-48FF-AD62-A25E52FB12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D19256F3-2F9A-4BB4-9D4E-F4875722DB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337D84D3-3CB5-488A-ACEF-978A1569D8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EA7829B-5B85-4045-9F1C-B7C185E2DF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93EF91E-0F25-7463-0E57-E925F75A3AA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25357" y="2181637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 Placeholder 48">
            <a:extLst>
              <a:ext uri="{FF2B5EF4-FFF2-40B4-BE49-F238E27FC236}">
                <a16:creationId xmlns:a16="http://schemas.microsoft.com/office/drawing/2014/main" id="{EE562151-B88E-11D5-6DDC-644CEA3BC03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641207" y="3004653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DD9896-BF00-FC38-9E58-749F6EE9968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825357" y="3004653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78C5E6EA-B261-6D17-1653-58D2D20AC5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41207" y="380787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43852E-C3F8-2105-E9DF-E147CA2F117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825357" y="3807877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F97B36C0-9503-EA34-D9A6-4D2873B967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41207" y="4650685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3E4116C-DAFA-DE4A-333A-D42F8B2578E3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25357" y="4650685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EAD9CE87-92D8-9C15-C954-C99CED64400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41207" y="5447312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C08B94E-DEE1-D22B-71AE-DCDADAC7234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825357" y="5447312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105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EEEDCDFB-8BFA-E782-A4FE-F57140A82D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490B643-0E6F-61C3-B22E-B373203F25B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47C2B64-F15F-E98D-12A4-0BE98D5CDDD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7A29A00E-12C5-4793-95DB-72DB4148ED0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62CFCE-2CA7-9DA4-54BC-0A51F2736F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CBCD294F-BC81-4BDC-8BB1-094D4D81B14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32ECDF77-2C22-4C0D-9D55-3035E0A755A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29DC7404-43FF-4B4D-9E8D-8A8B73D38E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1DF62F19-4861-4FE3-8611-11A886CDEE0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36E88C3-4213-4CBC-BA6E-A568099F3A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46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lIns="90000" tIns="45720" rIns="9000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lIns="90000" tIns="45720" rIns="9000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0996-A4F8-449B-B340-983A6DBC894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4615E4E-BED6-4C53-B144-CF882C2FA4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249F7BF1-EA28-4401-A283-1F22667C13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A8A5F31-9D52-42DF-BA9B-F65F52932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7ED4AAD-A9EA-4EF0-80DC-97350707DB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9169CD-DA8D-4C23-8F64-2CDCF3497FA1}"/>
              </a:ext>
            </a:extLst>
          </p:cNvPr>
          <p:cNvSpPr/>
          <p:nvPr userDrawn="1"/>
        </p:nvSpPr>
        <p:spPr>
          <a:xfrm rot="5400000">
            <a:off x="7136906" y="2454688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592CE64-9654-45B2-8AC9-D669D961B4E1}"/>
              </a:ext>
            </a:extLst>
          </p:cNvPr>
          <p:cNvSpPr/>
          <p:nvPr userDrawn="1"/>
        </p:nvSpPr>
        <p:spPr>
          <a:xfrm rot="5400000">
            <a:off x="7136906" y="3274405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0FFE2C3-79D1-48F2-AF54-2E690202A016}"/>
              </a:ext>
            </a:extLst>
          </p:cNvPr>
          <p:cNvSpPr/>
          <p:nvPr userDrawn="1"/>
        </p:nvSpPr>
        <p:spPr>
          <a:xfrm rot="5400000">
            <a:off x="7136906" y="4094122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5AE279A-BB08-432F-BBA7-44CB03317E10}"/>
              </a:ext>
            </a:extLst>
          </p:cNvPr>
          <p:cNvSpPr/>
          <p:nvPr userDrawn="1"/>
        </p:nvSpPr>
        <p:spPr>
          <a:xfrm rot="5400000">
            <a:off x="7136906" y="4913839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EB4584D-9B06-4BB2-B971-BA987A0DEAFA}"/>
              </a:ext>
            </a:extLst>
          </p:cNvPr>
          <p:cNvSpPr/>
          <p:nvPr userDrawn="1"/>
        </p:nvSpPr>
        <p:spPr>
          <a:xfrm rot="5400000">
            <a:off x="7136906" y="5733557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2C692-5886-DB72-F174-06C0B46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4" name="Text Placeholder 48">
            <a:extLst>
              <a:ext uri="{FF2B5EF4-FFF2-40B4-BE49-F238E27FC236}">
                <a16:creationId xmlns:a16="http://schemas.microsoft.com/office/drawing/2014/main" id="{84F44BFB-A778-D972-6FE2-9945A46858C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23E0939-6088-9965-5464-7E2066B2CC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25357" y="2181637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E01A33E3-A189-2F8F-B20D-1ABCC3C7194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641207" y="3004653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73AF73C-B480-2BF7-7559-DB0AD1214DC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825357" y="3004653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0B8CF66-536E-A8B4-16C2-7FE99A55F05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41207" y="380787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72DA4DE-C05D-9A8F-8499-9D99A6D8F2C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825357" y="3807877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2" name="Text Placeholder 48">
            <a:extLst>
              <a:ext uri="{FF2B5EF4-FFF2-40B4-BE49-F238E27FC236}">
                <a16:creationId xmlns:a16="http://schemas.microsoft.com/office/drawing/2014/main" id="{73F137C5-58D7-F282-9936-62199614E4B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41207" y="4650685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1E8034C-1F71-D6EA-AEC8-82573F1F3B9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25357" y="4650685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5779D320-3D39-27C3-44F7-4E619627FFD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41207" y="5447312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EDEDE89D-F8FD-9682-15FD-32A6A599209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825357" y="5447312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5516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C6E1C4F-6A0A-E048-517F-DE70EFB0D1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87CA4-DF8B-A4B2-C104-A83381D2048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2131" y="2108200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CC34BF6-3093-6B2E-E777-84264269CA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84044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9F3BDAD-C8AA-5417-4BAB-2ACE29EC05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55956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7486A-BA2F-47B0-B17B-07CF50190F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EC6CD97-5EED-4819-81CE-B94BB95F9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2912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4792009-834D-4287-8EAF-781BE9D027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5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05833-1A1E-7B64-6C5F-03745732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393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29875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419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963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5E061F0-50D9-5E8F-1289-74E749216F32}"/>
              </a:ext>
            </a:extLst>
          </p:cNvPr>
          <p:cNvGrpSpPr/>
          <p:nvPr userDrawn="1"/>
        </p:nvGrpSpPr>
        <p:grpSpPr>
          <a:xfrm>
            <a:off x="381001" y="1861583"/>
            <a:ext cx="11429998" cy="3517668"/>
            <a:chOff x="381001" y="1861583"/>
            <a:chExt cx="11429998" cy="3517668"/>
          </a:xfrm>
        </p:grpSpPr>
        <p:grpSp>
          <p:nvGrpSpPr>
            <p:cNvPr id="21" name="object 4">
              <a:extLst>
                <a:ext uri="{FF2B5EF4-FFF2-40B4-BE49-F238E27FC236}">
                  <a16:creationId xmlns:a16="http://schemas.microsoft.com/office/drawing/2014/main" id="{F7A370E8-9642-AF54-D44B-CDEDF2FD7EED}"/>
                </a:ext>
              </a:extLst>
            </p:cNvPr>
            <p:cNvGrpSpPr/>
            <p:nvPr userDrawn="1"/>
          </p:nvGrpSpPr>
          <p:grpSpPr>
            <a:xfrm>
              <a:off x="381001" y="3351205"/>
              <a:ext cx="3900072" cy="1989161"/>
              <a:chOff x="1585475" y="5701396"/>
              <a:chExt cx="4362157" cy="2937153"/>
            </a:xfrm>
          </p:grpSpPr>
          <p:sp>
            <p:nvSpPr>
              <p:cNvPr id="58" name="object 5">
                <a:extLst>
                  <a:ext uri="{FF2B5EF4-FFF2-40B4-BE49-F238E27FC236}">
                    <a16:creationId xmlns:a16="http://schemas.microsoft.com/office/drawing/2014/main" id="{1BF65D0E-0627-F234-B1E9-DAF71F8731CB}"/>
                  </a:ext>
                </a:extLst>
              </p:cNvPr>
              <p:cNvSpPr/>
              <p:nvPr/>
            </p:nvSpPr>
            <p:spPr>
              <a:xfrm>
                <a:off x="1627370" y="5805726"/>
                <a:ext cx="0" cy="2467604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9" name="object 6">
                <a:extLst>
                  <a:ext uri="{FF2B5EF4-FFF2-40B4-BE49-F238E27FC236}">
                    <a16:creationId xmlns:a16="http://schemas.microsoft.com/office/drawing/2014/main" id="{DC32E038-6AD5-5D99-0B7E-155514E82E9D}"/>
                  </a:ext>
                </a:extLst>
              </p:cNvPr>
              <p:cNvSpPr/>
              <p:nvPr/>
            </p:nvSpPr>
            <p:spPr>
              <a:xfrm>
                <a:off x="1633351" y="8365440"/>
                <a:ext cx="277498" cy="252093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" name="object 7">
                <a:extLst>
                  <a:ext uri="{FF2B5EF4-FFF2-40B4-BE49-F238E27FC236}">
                    <a16:creationId xmlns:a16="http://schemas.microsoft.com/office/drawing/2014/main" id="{6559E618-A26D-63F7-F1CA-FCA4249795C8}"/>
                  </a:ext>
                </a:extLst>
              </p:cNvPr>
              <p:cNvSpPr/>
              <p:nvPr/>
            </p:nvSpPr>
            <p:spPr>
              <a:xfrm>
                <a:off x="1616900" y="8293624"/>
                <a:ext cx="20956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2003897" y="8619135"/>
                <a:ext cx="3588413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" name="object 9">
                <a:extLst>
                  <a:ext uri="{FF2B5EF4-FFF2-40B4-BE49-F238E27FC236}">
                    <a16:creationId xmlns:a16="http://schemas.microsoft.com/office/drawing/2014/main" id="{1B562921-8B76-0027-F506-8F88B6F6D1A6}"/>
                  </a:ext>
                </a:extLst>
              </p:cNvPr>
              <p:cNvSpPr/>
              <p:nvPr/>
            </p:nvSpPr>
            <p:spPr>
              <a:xfrm>
                <a:off x="1931030" y="8608514"/>
                <a:ext cx="20956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5684178" y="8345338"/>
                <a:ext cx="251463" cy="276858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" name="object 11">
                <a:extLst>
                  <a:ext uri="{FF2B5EF4-FFF2-40B4-BE49-F238E27FC236}">
                    <a16:creationId xmlns:a16="http://schemas.microsoft.com/office/drawing/2014/main" id="{E35F7A5F-EF6A-E203-F651-F599DCEFFF35}"/>
                  </a:ext>
                </a:extLst>
              </p:cNvPr>
              <p:cNvSpPr/>
              <p:nvPr/>
            </p:nvSpPr>
            <p:spPr>
              <a:xfrm>
                <a:off x="1616900" y="5732797"/>
                <a:ext cx="4330732" cy="2905752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2905759">
                    <a:moveTo>
                      <a:pt x="20929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29" y="10477"/>
                    </a:lnTo>
                    <a:close/>
                  </a:path>
                  <a:path w="4330700" h="2905759">
                    <a:moveTo>
                      <a:pt x="4016451" y="2895142"/>
                    </a:moveTo>
                    <a:lnTo>
                      <a:pt x="4013377" y="2887738"/>
                    </a:lnTo>
                    <a:lnTo>
                      <a:pt x="4005973" y="2884665"/>
                    </a:lnTo>
                    <a:lnTo>
                      <a:pt x="3998569" y="2887738"/>
                    </a:lnTo>
                    <a:lnTo>
                      <a:pt x="3995509" y="2895142"/>
                    </a:lnTo>
                    <a:lnTo>
                      <a:pt x="3998569" y="2902547"/>
                    </a:lnTo>
                    <a:lnTo>
                      <a:pt x="4005973" y="2905607"/>
                    </a:lnTo>
                    <a:lnTo>
                      <a:pt x="4013377" y="2902547"/>
                    </a:lnTo>
                    <a:lnTo>
                      <a:pt x="4016451" y="2895142"/>
                    </a:lnTo>
                    <a:close/>
                  </a:path>
                  <a:path w="4330700" h="2905759">
                    <a:moveTo>
                      <a:pt x="4330573" y="2581783"/>
                    </a:moveTo>
                    <a:lnTo>
                      <a:pt x="4327512" y="2574379"/>
                    </a:lnTo>
                    <a:lnTo>
                      <a:pt x="4320108" y="2571305"/>
                    </a:lnTo>
                    <a:lnTo>
                      <a:pt x="4312704" y="2574379"/>
                    </a:lnTo>
                    <a:lnTo>
                      <a:pt x="4309630" y="2581783"/>
                    </a:lnTo>
                    <a:lnTo>
                      <a:pt x="4312704" y="2589187"/>
                    </a:lnTo>
                    <a:lnTo>
                      <a:pt x="4320108" y="2592247"/>
                    </a:lnTo>
                    <a:lnTo>
                      <a:pt x="4327512" y="2589187"/>
                    </a:lnTo>
                    <a:lnTo>
                      <a:pt x="4330573" y="2581783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" name="object 12">
                <a:extLst>
                  <a:ext uri="{FF2B5EF4-FFF2-40B4-BE49-F238E27FC236}">
                    <a16:creationId xmlns:a16="http://schemas.microsoft.com/office/drawing/2014/main" id="{E0943846-5820-FB6C-9E9E-7981A949FD6C}"/>
                  </a:ext>
                </a:extLst>
              </p:cNvPr>
              <p:cNvSpPr/>
              <p:nvPr/>
            </p:nvSpPr>
            <p:spPr>
              <a:xfrm>
                <a:off x="1585475" y="5701396"/>
                <a:ext cx="83820" cy="83819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4274006" y="2113506"/>
              <a:ext cx="0" cy="2964914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F3B8A2-2C6F-2675-F46A-C6B901703101}"/>
                </a:ext>
              </a:extLst>
            </p:cNvPr>
            <p:cNvGrpSpPr/>
            <p:nvPr userDrawn="1"/>
          </p:nvGrpSpPr>
          <p:grpSpPr>
            <a:xfrm>
              <a:off x="4314505" y="1872371"/>
              <a:ext cx="226409" cy="227045"/>
              <a:chOff x="4201300" y="1872371"/>
              <a:chExt cx="226409" cy="227045"/>
            </a:xfrm>
          </p:grpSpPr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4212408" y="1880471"/>
                <a:ext cx="187388" cy="170283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4201300" y="1872371"/>
                <a:ext cx="226409" cy="227045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4521652" y="1861583"/>
              <a:ext cx="3417867" cy="227038"/>
              <a:chOff x="6313950" y="3517524"/>
              <a:chExt cx="3780200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50" y="3527987"/>
                <a:ext cx="3424556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44" y="3533965"/>
                <a:ext cx="251460" cy="277494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69" y="3517524"/>
                <a:ext cx="335281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7939521" y="2134832"/>
              <a:ext cx="0" cy="2964989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3F369AE-E95B-BD23-7CCD-1C222A8A082E}"/>
                </a:ext>
              </a:extLst>
            </p:cNvPr>
            <p:cNvGrpSpPr/>
            <p:nvPr userDrawn="1"/>
          </p:nvGrpSpPr>
          <p:grpSpPr>
            <a:xfrm>
              <a:off x="7939519" y="5110319"/>
              <a:ext cx="3848603" cy="268932"/>
              <a:chOff x="7939519" y="5110319"/>
              <a:chExt cx="3848603" cy="268932"/>
            </a:xfrm>
          </p:grpSpPr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7950309" y="5162429"/>
                <a:ext cx="182064" cy="170287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7939519" y="5113830"/>
                <a:ext cx="219977" cy="227051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8207403" y="5333532"/>
                <a:ext cx="628435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7" name="object 33">
                <a:extLst>
                  <a:ext uri="{FF2B5EF4-FFF2-40B4-BE49-F238E27FC236}">
                    <a16:creationId xmlns:a16="http://schemas.microsoft.com/office/drawing/2014/main" id="{897E395E-A42B-F93A-89D3-E4E38620C2DA}"/>
                  </a:ext>
                </a:extLst>
              </p:cNvPr>
              <p:cNvGrpSpPr/>
              <p:nvPr userDrawn="1"/>
            </p:nvGrpSpPr>
            <p:grpSpPr>
              <a:xfrm flipV="1">
                <a:off x="8835837" y="5110319"/>
                <a:ext cx="2952285" cy="227038"/>
                <a:chOff x="14607412" y="3517524"/>
                <a:chExt cx="3873908" cy="335280"/>
              </a:xfrm>
            </p:grpSpPr>
            <p:sp>
              <p:nvSpPr>
                <p:cNvPr id="40" name="object 34">
                  <a:extLst>
                    <a:ext uri="{FF2B5EF4-FFF2-40B4-BE49-F238E27FC236}">
                      <a16:creationId xmlns:a16="http://schemas.microsoft.com/office/drawing/2014/main" id="{A72F11A5-F3CB-EBCF-33D6-C86B7A8F2542}"/>
                    </a:ext>
                  </a:extLst>
                </p:cNvPr>
                <p:cNvSpPr/>
                <p:nvPr/>
              </p:nvSpPr>
              <p:spPr>
                <a:xfrm>
                  <a:off x="14607412" y="3527987"/>
                  <a:ext cx="351789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7900">
                      <a:moveTo>
                        <a:pt x="0" y="0"/>
                      </a:moveTo>
                      <a:lnTo>
                        <a:pt x="3517390" y="0"/>
                      </a:lnTo>
                    </a:path>
                  </a:pathLst>
                </a:custGeom>
                <a:ln w="20941">
                  <a:solidFill>
                    <a:srgbClr val="1A0F5C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41" name="object 35">
                  <a:extLst>
                    <a:ext uri="{FF2B5EF4-FFF2-40B4-BE49-F238E27FC236}">
                      <a16:creationId xmlns:a16="http://schemas.microsoft.com/office/drawing/2014/main" id="{E9FBEA00-C184-8D4E-59C3-200048294678}"/>
                    </a:ext>
                  </a:extLst>
                </p:cNvPr>
                <p:cNvSpPr/>
                <p:nvPr/>
              </p:nvSpPr>
              <p:spPr>
                <a:xfrm>
                  <a:off x="18217785" y="3533965"/>
                  <a:ext cx="251460" cy="277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59" h="277495">
                      <a:moveTo>
                        <a:pt x="0" y="0"/>
                      </a:moveTo>
                      <a:lnTo>
                        <a:pt x="48810" y="13860"/>
                      </a:lnTo>
                      <a:lnTo>
                        <a:pt x="94040" y="35055"/>
                      </a:lnTo>
                      <a:lnTo>
                        <a:pt x="134994" y="62889"/>
                      </a:lnTo>
                      <a:lnTo>
                        <a:pt x="170979" y="96669"/>
                      </a:lnTo>
                      <a:lnTo>
                        <a:pt x="201299" y="135700"/>
                      </a:lnTo>
                      <a:lnTo>
                        <a:pt x="225261" y="179287"/>
                      </a:lnTo>
                      <a:lnTo>
                        <a:pt x="242170" y="226736"/>
                      </a:lnTo>
                      <a:lnTo>
                        <a:pt x="251332" y="277352"/>
                      </a:lnTo>
                    </a:path>
                  </a:pathLst>
                </a:custGeom>
                <a:ln w="20941">
                  <a:solidFill>
                    <a:srgbClr val="1A0F5C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42" name="object 36">
                  <a:extLst>
                    <a:ext uri="{FF2B5EF4-FFF2-40B4-BE49-F238E27FC236}">
                      <a16:creationId xmlns:a16="http://schemas.microsoft.com/office/drawing/2014/main" id="{DB1DF6D1-9675-BFD5-7522-A5686653BAC9}"/>
                    </a:ext>
                  </a:extLst>
                </p:cNvPr>
                <p:cNvSpPr/>
                <p:nvPr/>
              </p:nvSpPr>
              <p:spPr>
                <a:xfrm>
                  <a:off x="18146041" y="3517524"/>
                  <a:ext cx="335279" cy="335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280" h="335279">
                      <a:moveTo>
                        <a:pt x="20942" y="10464"/>
                      </a:moveTo>
                      <a:lnTo>
                        <a:pt x="17881" y="3060"/>
                      </a:lnTo>
                      <a:lnTo>
                        <a:pt x="10477" y="0"/>
                      </a:lnTo>
                      <a:lnTo>
                        <a:pt x="3073" y="3060"/>
                      </a:lnTo>
                      <a:lnTo>
                        <a:pt x="0" y="10464"/>
                      </a:lnTo>
                      <a:lnTo>
                        <a:pt x="3073" y="17868"/>
                      </a:lnTo>
                      <a:lnTo>
                        <a:pt x="10477" y="20942"/>
                      </a:lnTo>
                      <a:lnTo>
                        <a:pt x="17881" y="17868"/>
                      </a:lnTo>
                      <a:lnTo>
                        <a:pt x="20942" y="10464"/>
                      </a:lnTo>
                      <a:close/>
                    </a:path>
                    <a:path w="335280" h="335279">
                      <a:moveTo>
                        <a:pt x="335076" y="324599"/>
                      </a:moveTo>
                      <a:lnTo>
                        <a:pt x="332003" y="317195"/>
                      </a:lnTo>
                      <a:lnTo>
                        <a:pt x="324599" y="314121"/>
                      </a:lnTo>
                      <a:lnTo>
                        <a:pt x="317195" y="317195"/>
                      </a:lnTo>
                      <a:lnTo>
                        <a:pt x="314134" y="324599"/>
                      </a:lnTo>
                      <a:lnTo>
                        <a:pt x="317195" y="332003"/>
                      </a:lnTo>
                      <a:lnTo>
                        <a:pt x="324599" y="335064"/>
                      </a:lnTo>
                      <a:lnTo>
                        <a:pt x="332003" y="332003"/>
                      </a:lnTo>
                      <a:lnTo>
                        <a:pt x="335076" y="324599"/>
                      </a:lnTo>
                      <a:close/>
                    </a:path>
                  </a:pathLst>
                </a:custGeom>
                <a:solidFill>
                  <a:srgbClr val="1A0F5C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</p:grpSp>
        </p:grpSp>
        <p:grpSp>
          <p:nvGrpSpPr>
            <p:cNvPr id="28" name="object 37">
              <a:extLst>
                <a:ext uri="{FF2B5EF4-FFF2-40B4-BE49-F238E27FC236}">
                  <a16:creationId xmlns:a16="http://schemas.microsoft.com/office/drawing/2014/main" id="{628F4EC7-BC30-BDE7-8951-7946439D516A}"/>
                </a:ext>
              </a:extLst>
            </p:cNvPr>
            <p:cNvGrpSpPr/>
            <p:nvPr userDrawn="1"/>
          </p:nvGrpSpPr>
          <p:grpSpPr>
            <a:xfrm flipV="1">
              <a:off x="11748577" y="3666851"/>
              <a:ext cx="62422" cy="1408236"/>
              <a:chOff x="18429794" y="3904827"/>
              <a:chExt cx="81915" cy="2079411"/>
            </a:xfrm>
          </p:grpSpPr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2C09891-3C21-02C6-D9EB-D6D62ACAA23D}"/>
                  </a:ext>
                </a:extLst>
              </p:cNvPr>
              <p:cNvSpPr/>
              <p:nvPr/>
            </p:nvSpPr>
            <p:spPr>
              <a:xfrm>
                <a:off x="18470641" y="3904827"/>
                <a:ext cx="0" cy="1975487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151E7C42-172D-6132-7624-738CC62D3ECC}"/>
                  </a:ext>
                </a:extLst>
              </p:cNvPr>
              <p:cNvSpPr/>
              <p:nvPr/>
            </p:nvSpPr>
            <p:spPr>
              <a:xfrm>
                <a:off x="18460174" y="5901143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982D1E67-ADDC-FDB4-C1BE-B34D2B83D864}"/>
                  </a:ext>
                </a:extLst>
              </p:cNvPr>
              <p:cNvSpPr/>
              <p:nvPr/>
            </p:nvSpPr>
            <p:spPr>
              <a:xfrm>
                <a:off x="18429794" y="5871844"/>
                <a:ext cx="81915" cy="112394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25885" y="2740569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83341" y="2750635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40797" y="2746418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18825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676281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8333737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863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002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9966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6039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075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1" name="object 8">
            <a:extLst>
              <a:ext uri="{FF2B5EF4-FFF2-40B4-BE49-F238E27FC236}">
                <a16:creationId xmlns:a16="http://schemas.microsoft.com/office/drawing/2014/main" id="{75AD6B4D-56CD-CBD5-1D27-42052B48904C}"/>
              </a:ext>
            </a:extLst>
          </p:cNvPr>
          <p:cNvSpPr/>
          <p:nvPr/>
        </p:nvSpPr>
        <p:spPr>
          <a:xfrm>
            <a:off x="663543" y="5326991"/>
            <a:ext cx="2423176" cy="6020"/>
          </a:xfrm>
          <a:custGeom>
            <a:avLst/>
            <a:gdLst/>
            <a:ahLst/>
            <a:cxnLst/>
            <a:rect l="l" t="t" r="r" b="b"/>
            <a:pathLst>
              <a:path w="3588385" h="8890">
                <a:moveTo>
                  <a:pt x="0" y="0"/>
                </a:moveTo>
                <a:lnTo>
                  <a:pt x="3587786" y="8711"/>
                </a:lnTo>
              </a:path>
            </a:pathLst>
          </a:custGeom>
          <a:ln w="20941">
            <a:solidFill>
              <a:srgbClr val="1A0F5C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10">
            <a:extLst>
              <a:ext uri="{FF2B5EF4-FFF2-40B4-BE49-F238E27FC236}">
                <a16:creationId xmlns:a16="http://schemas.microsoft.com/office/drawing/2014/main" id="{D7C8A975-CA69-0CBC-BA39-90E954E29B65}"/>
              </a:ext>
            </a:extLst>
          </p:cNvPr>
          <p:cNvSpPr/>
          <p:nvPr/>
        </p:nvSpPr>
        <p:spPr>
          <a:xfrm>
            <a:off x="3148757" y="5141587"/>
            <a:ext cx="169807" cy="187478"/>
          </a:xfrm>
          <a:custGeom>
            <a:avLst/>
            <a:gdLst/>
            <a:ahLst/>
            <a:cxnLst/>
            <a:rect l="l" t="t" r="r" b="b"/>
            <a:pathLst>
              <a:path w="251460" h="276859">
                <a:moveTo>
                  <a:pt x="0" y="276766"/>
                </a:moveTo>
                <a:lnTo>
                  <a:pt x="48818" y="263026"/>
                </a:lnTo>
                <a:lnTo>
                  <a:pt x="94055" y="241941"/>
                </a:lnTo>
                <a:lnTo>
                  <a:pt x="135016" y="214203"/>
                </a:lnTo>
                <a:lnTo>
                  <a:pt x="171006" y="180507"/>
                </a:lnTo>
                <a:lnTo>
                  <a:pt x="201330" y="141545"/>
                </a:lnTo>
                <a:lnTo>
                  <a:pt x="225295" y="98011"/>
                </a:lnTo>
                <a:lnTo>
                  <a:pt x="242204" y="50598"/>
                </a:lnTo>
                <a:lnTo>
                  <a:pt x="251364" y="0"/>
                </a:lnTo>
              </a:path>
            </a:pathLst>
          </a:custGeom>
          <a:ln w="20941">
            <a:solidFill>
              <a:srgbClr val="1A0F5C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/>
        </p:nvSpPr>
        <p:spPr>
          <a:xfrm>
            <a:off x="402212" y="3372478"/>
            <a:ext cx="2924449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8C64DD-30BB-D19A-63AF-B086BC80A464}"/>
              </a:ext>
            </a:extLst>
          </p:cNvPr>
          <p:cNvGrpSpPr/>
          <p:nvPr userDrawn="1"/>
        </p:nvGrpSpPr>
        <p:grpSpPr>
          <a:xfrm>
            <a:off x="381000" y="3351205"/>
            <a:ext cx="247488" cy="1982784"/>
            <a:chOff x="381000" y="3351205"/>
            <a:chExt cx="247488" cy="1982784"/>
          </a:xfrm>
        </p:grpSpPr>
        <p:sp>
          <p:nvSpPr>
            <p:cNvPr id="58" name="object 5">
              <a:extLst>
                <a:ext uri="{FF2B5EF4-FFF2-40B4-BE49-F238E27FC236}">
                  <a16:creationId xmlns:a16="http://schemas.microsoft.com/office/drawing/2014/main" id="{1BF65D0E-0627-F234-B1E9-DAF71F8731CB}"/>
                </a:ext>
              </a:extLst>
            </p:cNvPr>
            <p:cNvSpPr/>
            <p:nvPr/>
          </p:nvSpPr>
          <p:spPr>
            <a:xfrm>
              <a:off x="409283" y="3421862"/>
              <a:ext cx="0" cy="1670964"/>
            </a:xfrm>
            <a:custGeom>
              <a:avLst/>
              <a:gdLst/>
              <a:ahLst/>
              <a:cxnLst/>
              <a:rect l="l" t="t" r="r" b="b"/>
              <a:pathLst>
                <a:path h="2467609">
                  <a:moveTo>
                    <a:pt x="0" y="0"/>
                  </a:moveTo>
                  <a:lnTo>
                    <a:pt x="0" y="2467139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9" name="object 6">
              <a:extLst>
                <a:ext uri="{FF2B5EF4-FFF2-40B4-BE49-F238E27FC236}">
                  <a16:creationId xmlns:a16="http://schemas.microsoft.com/office/drawing/2014/main" id="{DC32E038-6AD5-5D99-0B7E-155514E82E9D}"/>
                </a:ext>
              </a:extLst>
            </p:cNvPr>
            <p:cNvSpPr/>
            <p:nvPr/>
          </p:nvSpPr>
          <p:spPr>
            <a:xfrm>
              <a:off x="413322" y="5155199"/>
              <a:ext cx="187388" cy="170708"/>
            </a:xfrm>
            <a:custGeom>
              <a:avLst/>
              <a:gdLst/>
              <a:ahLst/>
              <a:cxnLst/>
              <a:rect l="l" t="t" r="r" b="b"/>
              <a:pathLst>
                <a:path w="277494" h="252095">
                  <a:moveTo>
                    <a:pt x="0" y="0"/>
                  </a:moveTo>
                  <a:lnTo>
                    <a:pt x="13866" y="48836"/>
                  </a:lnTo>
                  <a:lnTo>
                    <a:pt x="35063" y="94111"/>
                  </a:lnTo>
                  <a:lnTo>
                    <a:pt x="62897" y="135126"/>
                  </a:lnTo>
                  <a:lnTo>
                    <a:pt x="96675" y="171188"/>
                  </a:lnTo>
                  <a:lnTo>
                    <a:pt x="135701" y="201599"/>
                  </a:lnTo>
                  <a:lnTo>
                    <a:pt x="179281" y="225664"/>
                  </a:lnTo>
                  <a:lnTo>
                    <a:pt x="226723" y="242687"/>
                  </a:lnTo>
                  <a:lnTo>
                    <a:pt x="277331" y="25197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0" name="object 7">
              <a:extLst>
                <a:ext uri="{FF2B5EF4-FFF2-40B4-BE49-F238E27FC236}">
                  <a16:creationId xmlns:a16="http://schemas.microsoft.com/office/drawing/2014/main" id="{6559E618-A26D-63F7-F1CA-FCA4249795C8}"/>
                </a:ext>
              </a:extLst>
            </p:cNvPr>
            <p:cNvSpPr/>
            <p:nvPr/>
          </p:nvSpPr>
          <p:spPr>
            <a:xfrm>
              <a:off x="402212" y="5106567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2" name="object 9">
              <a:extLst>
                <a:ext uri="{FF2B5EF4-FFF2-40B4-BE49-F238E27FC236}">
                  <a16:creationId xmlns:a16="http://schemas.microsoft.com/office/drawing/2014/main" id="{1B562921-8B76-0027-F506-8F88B6F6D1A6}"/>
                </a:ext>
              </a:extLst>
            </p:cNvPr>
            <p:cNvSpPr/>
            <p:nvPr/>
          </p:nvSpPr>
          <p:spPr>
            <a:xfrm>
              <a:off x="614337" y="5319799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5" name="object 12">
              <a:extLst>
                <a:ext uri="{FF2B5EF4-FFF2-40B4-BE49-F238E27FC236}">
                  <a16:creationId xmlns:a16="http://schemas.microsoft.com/office/drawing/2014/main" id="{E0943846-5820-FB6C-9E9E-7981A949FD6C}"/>
                </a:ext>
              </a:extLst>
            </p:cNvPr>
            <p:cNvSpPr/>
            <p:nvPr/>
          </p:nvSpPr>
          <p:spPr>
            <a:xfrm>
              <a:off x="381000" y="3351205"/>
              <a:ext cx="56602" cy="56759"/>
            </a:xfrm>
            <a:custGeom>
              <a:avLst/>
              <a:gdLst/>
              <a:ahLst/>
              <a:cxnLst/>
              <a:rect l="l" t="t" r="r" b="b"/>
              <a:pathLst>
                <a:path w="83819" h="83820">
                  <a:moveTo>
                    <a:pt x="41883" y="0"/>
                  </a:moveTo>
                  <a:lnTo>
                    <a:pt x="25581" y="3291"/>
                  </a:lnTo>
                  <a:lnTo>
                    <a:pt x="12267" y="12267"/>
                  </a:lnTo>
                  <a:lnTo>
                    <a:pt x="3291" y="25581"/>
                  </a:lnTo>
                  <a:lnTo>
                    <a:pt x="0" y="41883"/>
                  </a:lnTo>
                  <a:lnTo>
                    <a:pt x="3291" y="58185"/>
                  </a:lnTo>
                  <a:lnTo>
                    <a:pt x="12267" y="71499"/>
                  </a:lnTo>
                  <a:lnTo>
                    <a:pt x="25581" y="80475"/>
                  </a:lnTo>
                  <a:lnTo>
                    <a:pt x="41883" y="83767"/>
                  </a:lnTo>
                  <a:lnTo>
                    <a:pt x="58185" y="80475"/>
                  </a:lnTo>
                  <a:lnTo>
                    <a:pt x="71499" y="71499"/>
                  </a:lnTo>
                  <a:lnTo>
                    <a:pt x="80475" y="58185"/>
                  </a:lnTo>
                  <a:lnTo>
                    <a:pt x="83767" y="41883"/>
                  </a:lnTo>
                  <a:lnTo>
                    <a:pt x="80475" y="25581"/>
                  </a:lnTo>
                  <a:lnTo>
                    <a:pt x="71499" y="12267"/>
                  </a:lnTo>
                  <a:lnTo>
                    <a:pt x="58185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2" name="object 13">
            <a:extLst>
              <a:ext uri="{FF2B5EF4-FFF2-40B4-BE49-F238E27FC236}">
                <a16:creationId xmlns:a16="http://schemas.microsoft.com/office/drawing/2014/main" id="{7E5B0826-F496-42D4-2ABF-A97CDA263D6D}"/>
              </a:ext>
            </a:extLst>
          </p:cNvPr>
          <p:cNvGrpSpPr/>
          <p:nvPr/>
        </p:nvGrpSpPr>
        <p:grpSpPr>
          <a:xfrm>
            <a:off x="3312435" y="1872371"/>
            <a:ext cx="226409" cy="3206049"/>
            <a:chOff x="5926521" y="3517515"/>
            <a:chExt cx="335280" cy="4734560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5936992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CD50E4F5-5DF4-942D-898B-6E08EE983B75}"/>
                </a:ext>
              </a:extLst>
            </p:cNvPr>
            <p:cNvSpPr/>
            <p:nvPr/>
          </p:nvSpPr>
          <p:spPr>
            <a:xfrm>
              <a:off x="5942968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16">
              <a:extLst>
                <a:ext uri="{FF2B5EF4-FFF2-40B4-BE49-F238E27FC236}">
                  <a16:creationId xmlns:a16="http://schemas.microsoft.com/office/drawing/2014/main" id="{A559A6FC-BE2B-F5C4-050A-EFAABB4C054F}"/>
                </a:ext>
              </a:extLst>
            </p:cNvPr>
            <p:cNvSpPr/>
            <p:nvPr/>
          </p:nvSpPr>
          <p:spPr>
            <a:xfrm>
              <a:off x="5926518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21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64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79" h="335279">
                  <a:moveTo>
                    <a:pt x="335064" y="10464"/>
                  </a:moveTo>
                  <a:lnTo>
                    <a:pt x="332003" y="3060"/>
                  </a:lnTo>
                  <a:lnTo>
                    <a:pt x="324599" y="0"/>
                  </a:lnTo>
                  <a:lnTo>
                    <a:pt x="317195" y="3060"/>
                  </a:lnTo>
                  <a:lnTo>
                    <a:pt x="314134" y="10464"/>
                  </a:lnTo>
                  <a:lnTo>
                    <a:pt x="317195" y="17868"/>
                  </a:lnTo>
                  <a:lnTo>
                    <a:pt x="324599" y="20942"/>
                  </a:lnTo>
                  <a:lnTo>
                    <a:pt x="332003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28073F3-6020-CCD2-BECA-EBD2532009DF}"/>
              </a:ext>
            </a:extLst>
          </p:cNvPr>
          <p:cNvGrpSpPr/>
          <p:nvPr/>
        </p:nvGrpSpPr>
        <p:grpSpPr>
          <a:xfrm>
            <a:off x="3574055" y="1872371"/>
            <a:ext cx="2552674" cy="227038"/>
            <a:chOff x="6313944" y="3517515"/>
            <a:chExt cx="3780154" cy="335280"/>
          </a:xfrm>
        </p:grpSpPr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4C38A7E6-1066-98D2-C580-D735479826F2}"/>
                </a:ext>
              </a:extLst>
            </p:cNvPr>
            <p:cNvSpPr/>
            <p:nvPr/>
          </p:nvSpPr>
          <p:spPr>
            <a:xfrm>
              <a:off x="6313944" y="3527986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4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3BE53713-1ABF-45F7-2F82-56A2797C6E61}"/>
                </a:ext>
              </a:extLst>
            </p:cNvPr>
            <p:cNvSpPr/>
            <p:nvPr/>
          </p:nvSpPr>
          <p:spPr>
            <a:xfrm>
              <a:off x="983063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20">
              <a:extLst>
                <a:ext uri="{FF2B5EF4-FFF2-40B4-BE49-F238E27FC236}">
                  <a16:creationId xmlns:a16="http://schemas.microsoft.com/office/drawing/2014/main" id="{D73F6B89-9C24-E685-B8F7-5143CDEADC63}"/>
                </a:ext>
              </a:extLst>
            </p:cNvPr>
            <p:cNvSpPr/>
            <p:nvPr/>
          </p:nvSpPr>
          <p:spPr>
            <a:xfrm>
              <a:off x="975887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29" y="10464"/>
                  </a:moveTo>
                  <a:lnTo>
                    <a:pt x="17868" y="3060"/>
                  </a:lnTo>
                  <a:lnTo>
                    <a:pt x="10464" y="0"/>
                  </a:lnTo>
                  <a:lnTo>
                    <a:pt x="3060" y="3060"/>
                  </a:lnTo>
                  <a:lnTo>
                    <a:pt x="0" y="10464"/>
                  </a:lnTo>
                  <a:lnTo>
                    <a:pt x="3060" y="17868"/>
                  </a:lnTo>
                  <a:lnTo>
                    <a:pt x="10464" y="20942"/>
                  </a:lnTo>
                  <a:lnTo>
                    <a:pt x="17868" y="17868"/>
                  </a:lnTo>
                  <a:lnTo>
                    <a:pt x="20929" y="10464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1990" y="317195"/>
                  </a:lnTo>
                  <a:lnTo>
                    <a:pt x="324586" y="314121"/>
                  </a:lnTo>
                  <a:lnTo>
                    <a:pt x="317182" y="317195"/>
                  </a:lnTo>
                  <a:lnTo>
                    <a:pt x="314121" y="324599"/>
                  </a:lnTo>
                  <a:lnTo>
                    <a:pt x="317182" y="332003"/>
                  </a:lnTo>
                  <a:lnTo>
                    <a:pt x="324586" y="335064"/>
                  </a:lnTo>
                  <a:lnTo>
                    <a:pt x="331990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D912B15F-8799-7B6C-5F34-E6263B7F1C69}"/>
              </a:ext>
            </a:extLst>
          </p:cNvPr>
          <p:cNvGrpSpPr/>
          <p:nvPr/>
        </p:nvGrpSpPr>
        <p:grpSpPr>
          <a:xfrm>
            <a:off x="6112477" y="2134832"/>
            <a:ext cx="226409" cy="3206049"/>
            <a:chOff x="10072992" y="3905106"/>
            <a:chExt cx="335280" cy="4734560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5F5B3569-3F4E-477A-6BE3-C16E0D116B18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24">
              <a:extLst>
                <a:ext uri="{FF2B5EF4-FFF2-40B4-BE49-F238E27FC236}">
                  <a16:creationId xmlns:a16="http://schemas.microsoft.com/office/drawing/2014/main" id="{C5468CE2-1CE4-A6A3-B35D-A9CFBFB1BA49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EF0EC330-A54E-0A08-05C3-18798EA6B50D}"/>
              </a:ext>
            </a:extLst>
          </p:cNvPr>
          <p:cNvGrpSpPr/>
          <p:nvPr/>
        </p:nvGrpSpPr>
        <p:grpSpPr>
          <a:xfrm>
            <a:off x="6374097" y="5113658"/>
            <a:ext cx="2552674" cy="227038"/>
            <a:chOff x="10460414" y="8304114"/>
            <a:chExt cx="3780154" cy="335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50C051EC-07DA-E1CC-F6A5-24FCD3457D01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0B53266E-05BF-7F85-FEEE-B771F63DCE06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7CFA776A-F2E4-123F-8245-2A8CB70570F4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8FA7A9C2-7F49-B7E0-8589-A8C8E932789E}"/>
              </a:ext>
            </a:extLst>
          </p:cNvPr>
          <p:cNvGrpSpPr/>
          <p:nvPr/>
        </p:nvGrpSpPr>
        <p:grpSpPr>
          <a:xfrm>
            <a:off x="8912518" y="1872371"/>
            <a:ext cx="226409" cy="3206049"/>
            <a:chOff x="14219462" y="3517515"/>
            <a:chExt cx="335280" cy="4734560"/>
          </a:xfrm>
        </p:grpSpPr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9FE12F61-0FB4-94ED-80BC-31C82915D246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7AE019EF-E4A6-0AED-4E99-8DF49446C91A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427E641D-8805-E277-9625-A8B0CD58682F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7" name="object 33">
            <a:extLst>
              <a:ext uri="{FF2B5EF4-FFF2-40B4-BE49-F238E27FC236}">
                <a16:creationId xmlns:a16="http://schemas.microsoft.com/office/drawing/2014/main" id="{897E395E-A42B-F93A-89D3-E4E38620C2DA}"/>
              </a:ext>
            </a:extLst>
          </p:cNvPr>
          <p:cNvGrpSpPr/>
          <p:nvPr/>
        </p:nvGrpSpPr>
        <p:grpSpPr>
          <a:xfrm>
            <a:off x="9174512" y="1872371"/>
            <a:ext cx="2616138" cy="227038"/>
            <a:chOff x="14607437" y="3517515"/>
            <a:chExt cx="3874135" cy="335280"/>
          </a:xfrm>
        </p:grpSpPr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A72F11A5-F3CB-EBCF-33D6-C86B7A8F2542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E9FBEA00-C184-8D4E-59C3-200048294678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DB1DF6D1-9675-BFD5-7522-A5686653BAC9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8" name="object 37">
            <a:extLst>
              <a:ext uri="{FF2B5EF4-FFF2-40B4-BE49-F238E27FC236}">
                <a16:creationId xmlns:a16="http://schemas.microsoft.com/office/drawing/2014/main" id="{628F4EC7-BC30-BDE7-8951-7946439D516A}"/>
              </a:ext>
            </a:extLst>
          </p:cNvPr>
          <p:cNvGrpSpPr/>
          <p:nvPr/>
        </p:nvGrpSpPr>
        <p:grpSpPr>
          <a:xfrm>
            <a:off x="11755685" y="2134641"/>
            <a:ext cx="55315" cy="1408236"/>
            <a:chOff x="18429794" y="3904825"/>
            <a:chExt cx="81915" cy="2079625"/>
          </a:xfrm>
        </p:grpSpPr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02C09891-3C21-02C6-D9EB-D6D62ACAA23D}"/>
                </a:ext>
              </a:extLst>
            </p:cNvPr>
            <p:cNvSpPr/>
            <p:nvPr/>
          </p:nvSpPr>
          <p:spPr>
            <a:xfrm>
              <a:off x="18470641" y="3904825"/>
              <a:ext cx="0" cy="1975485"/>
            </a:xfrm>
            <a:custGeom>
              <a:avLst/>
              <a:gdLst/>
              <a:ahLst/>
              <a:cxnLst/>
              <a:rect l="l" t="t" r="r" b="b"/>
              <a:pathLst>
                <a:path h="1975485">
                  <a:moveTo>
                    <a:pt x="0" y="0"/>
                  </a:moveTo>
                  <a:lnTo>
                    <a:pt x="0" y="1975426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151E7C42-172D-6132-7624-738CC62D3ECC}"/>
                </a:ext>
              </a:extLst>
            </p:cNvPr>
            <p:cNvSpPr/>
            <p:nvPr/>
          </p:nvSpPr>
          <p:spPr>
            <a:xfrm>
              <a:off x="18460175" y="590113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object 40">
              <a:extLst>
                <a:ext uri="{FF2B5EF4-FFF2-40B4-BE49-F238E27FC236}">
                  <a16:creationId xmlns:a16="http://schemas.microsoft.com/office/drawing/2014/main" id="{982D1E67-ADDC-FDB4-C1BE-B34D2B83D864}"/>
                </a:ext>
              </a:extLst>
            </p:cNvPr>
            <p:cNvSpPr/>
            <p:nvPr/>
          </p:nvSpPr>
          <p:spPr>
            <a:xfrm>
              <a:off x="18429794" y="5871842"/>
              <a:ext cx="81915" cy="112395"/>
            </a:xfrm>
            <a:custGeom>
              <a:avLst/>
              <a:gdLst/>
              <a:ahLst/>
              <a:cxnLst/>
              <a:rect l="l" t="t" r="r" b="b"/>
              <a:pathLst>
                <a:path w="81915" h="112395">
                  <a:moveTo>
                    <a:pt x="81704" y="0"/>
                  </a:moveTo>
                  <a:lnTo>
                    <a:pt x="0" y="0"/>
                  </a:lnTo>
                  <a:lnTo>
                    <a:pt x="40846" y="112268"/>
                  </a:lnTo>
                  <a:lnTo>
                    <a:pt x="81704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8360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79088" y="2740569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8728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38000" y="2746418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7419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89383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71346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53310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2276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v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C89DCF6-CF26-4FFB-A1EA-F88B34B7DDB1}"/>
              </a:ext>
            </a:extLst>
          </p:cNvPr>
          <p:cNvGrpSpPr/>
          <p:nvPr userDrawn="1"/>
        </p:nvGrpSpPr>
        <p:grpSpPr>
          <a:xfrm>
            <a:off x="381000" y="1872371"/>
            <a:ext cx="11429999" cy="3468510"/>
            <a:chOff x="381000" y="1872371"/>
            <a:chExt cx="11429999" cy="346851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C957A38C-3E1D-517B-6C30-EE3551C364E1}"/>
                </a:ext>
              </a:extLst>
            </p:cNvPr>
            <p:cNvGrpSpPr/>
            <p:nvPr userDrawn="1"/>
          </p:nvGrpSpPr>
          <p:grpSpPr>
            <a:xfrm>
              <a:off x="608957" y="5141587"/>
              <a:ext cx="2142079" cy="191424"/>
              <a:chOff x="608957" y="5141587"/>
              <a:chExt cx="2142079" cy="191424"/>
            </a:xfrm>
          </p:grpSpPr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608957" y="5326991"/>
                <a:ext cx="1955026" cy="602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2614035" y="5141587"/>
                <a:ext cx="137001" cy="187478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81BBE61-CFAE-C29F-136F-434DBC361A62}"/>
                </a:ext>
              </a:extLst>
            </p:cNvPr>
            <p:cNvGrpSpPr/>
            <p:nvPr/>
          </p:nvGrpSpPr>
          <p:grpSpPr>
            <a:xfrm>
              <a:off x="2746644" y="1872377"/>
              <a:ext cx="226409" cy="3205947"/>
              <a:chOff x="2746644" y="1872377"/>
              <a:chExt cx="226409" cy="3205947"/>
            </a:xfrm>
          </p:grpSpPr>
          <p:sp>
            <p:nvSpPr>
              <p:cNvPr id="55" name="object 14">
                <a:extLst>
                  <a:ext uri="{FF2B5EF4-FFF2-40B4-BE49-F238E27FC236}">
                    <a16:creationId xmlns:a16="http://schemas.microsoft.com/office/drawing/2014/main" id="{89E6EA38-6A81-1582-D5A7-B6C407B97A45}"/>
                  </a:ext>
                </a:extLst>
              </p:cNvPr>
              <p:cNvSpPr/>
              <p:nvPr/>
            </p:nvSpPr>
            <p:spPr>
              <a:xfrm>
                <a:off x="2752740" y="2113503"/>
                <a:ext cx="0" cy="2964821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2757752" y="1880475"/>
                <a:ext cx="187388" cy="170278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2746644" y="1872377"/>
                <a:ext cx="226409" cy="227038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4" name="object 21">
              <a:extLst>
                <a:ext uri="{FF2B5EF4-FFF2-40B4-BE49-F238E27FC236}">
                  <a16:creationId xmlns:a16="http://schemas.microsoft.com/office/drawing/2014/main" id="{D912B15F-8799-7B6C-5F34-E6263B7F1C69}"/>
                </a:ext>
              </a:extLst>
            </p:cNvPr>
            <p:cNvGrpSpPr/>
            <p:nvPr/>
          </p:nvGrpSpPr>
          <p:grpSpPr>
            <a:xfrm>
              <a:off x="4972552" y="2134832"/>
              <a:ext cx="226409" cy="3206049"/>
              <a:chOff x="10072992" y="3905106"/>
              <a:chExt cx="335280" cy="4734560"/>
            </a:xfrm>
          </p:grpSpPr>
          <p:sp>
            <p:nvSpPr>
              <p:cNvPr id="49" name="object 22">
                <a:extLst>
                  <a:ext uri="{FF2B5EF4-FFF2-40B4-BE49-F238E27FC236}">
                    <a16:creationId xmlns:a16="http://schemas.microsoft.com/office/drawing/2014/main" id="{AFF3A81E-518C-7E77-7EB0-B276417480FA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2972870" y="1872371"/>
              <a:ext cx="2017087" cy="227038"/>
              <a:chOff x="6313944" y="3517515"/>
              <a:chExt cx="3780154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44" y="3527986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3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7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6" name="object 29">
              <a:extLst>
                <a:ext uri="{FF2B5EF4-FFF2-40B4-BE49-F238E27FC236}">
                  <a16:creationId xmlns:a16="http://schemas.microsoft.com/office/drawing/2014/main" id="{8FA7A9C2-7F49-B7E0-8589-A8C8E932789E}"/>
                </a:ext>
              </a:extLst>
            </p:cNvPr>
            <p:cNvGrpSpPr/>
            <p:nvPr/>
          </p:nvGrpSpPr>
          <p:grpSpPr>
            <a:xfrm>
              <a:off x="7202653" y="1872371"/>
              <a:ext cx="226409" cy="3206049"/>
              <a:chOff x="14219462" y="3517515"/>
              <a:chExt cx="335280" cy="4734560"/>
            </a:xfrm>
          </p:grpSpPr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9FE12F61-0FB4-94ED-80BC-31C82915D246}"/>
                  </a:ext>
                </a:extLst>
              </p:cNvPr>
              <p:cNvSpPr/>
              <p:nvPr/>
            </p:nvSpPr>
            <p:spPr>
              <a:xfrm>
                <a:off x="14229933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4" name="object 31">
                <a:extLst>
                  <a:ext uri="{FF2B5EF4-FFF2-40B4-BE49-F238E27FC236}">
                    <a16:creationId xmlns:a16="http://schemas.microsoft.com/office/drawing/2014/main" id="{7AE019EF-E4A6-0AED-4E99-8DF49446C91A}"/>
                  </a:ext>
                </a:extLst>
              </p:cNvPr>
              <p:cNvSpPr/>
              <p:nvPr/>
            </p:nvSpPr>
            <p:spPr>
              <a:xfrm>
                <a:off x="14235909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5" name="object 32">
                <a:extLst>
                  <a:ext uri="{FF2B5EF4-FFF2-40B4-BE49-F238E27FC236}">
                    <a16:creationId xmlns:a16="http://schemas.microsoft.com/office/drawing/2014/main" id="{427E641D-8805-E277-9625-A8B0CD58682F}"/>
                  </a:ext>
                </a:extLst>
              </p:cNvPr>
              <p:cNvSpPr/>
              <p:nvPr/>
            </p:nvSpPr>
            <p:spPr>
              <a:xfrm>
                <a:off x="14219466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68" y="317195"/>
                    </a:lnTo>
                    <a:lnTo>
                      <a:pt x="10464" y="314121"/>
                    </a:lnTo>
                    <a:lnTo>
                      <a:pt x="3060" y="317195"/>
                    </a:lnTo>
                    <a:lnTo>
                      <a:pt x="0" y="324599"/>
                    </a:lnTo>
                    <a:lnTo>
                      <a:pt x="3060" y="332003"/>
                    </a:lnTo>
                    <a:lnTo>
                      <a:pt x="10464" y="335064"/>
                    </a:lnTo>
                    <a:lnTo>
                      <a:pt x="17868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64" y="10464"/>
                    </a:moveTo>
                    <a:lnTo>
                      <a:pt x="331990" y="3060"/>
                    </a:lnTo>
                    <a:lnTo>
                      <a:pt x="324586" y="0"/>
                    </a:lnTo>
                    <a:lnTo>
                      <a:pt x="317195" y="3060"/>
                    </a:lnTo>
                    <a:lnTo>
                      <a:pt x="314121" y="10464"/>
                    </a:lnTo>
                    <a:lnTo>
                      <a:pt x="317195" y="17868"/>
                    </a:lnTo>
                    <a:lnTo>
                      <a:pt x="324586" y="20942"/>
                    </a:lnTo>
                    <a:lnTo>
                      <a:pt x="331990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5" name="object 25">
              <a:extLst>
                <a:ext uri="{FF2B5EF4-FFF2-40B4-BE49-F238E27FC236}">
                  <a16:creationId xmlns:a16="http://schemas.microsoft.com/office/drawing/2014/main" id="{EF0EC330-A54E-0A08-05C3-18798EA6B50D}"/>
                </a:ext>
              </a:extLst>
            </p:cNvPr>
            <p:cNvGrpSpPr/>
            <p:nvPr/>
          </p:nvGrpSpPr>
          <p:grpSpPr>
            <a:xfrm>
              <a:off x="5207664" y="5113658"/>
              <a:ext cx="2011175" cy="227038"/>
              <a:chOff x="10460414" y="8304114"/>
              <a:chExt cx="3780154" cy="335280"/>
            </a:xfrm>
          </p:grpSpPr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7" name="object 27">
                <a:extLst>
                  <a:ext uri="{FF2B5EF4-FFF2-40B4-BE49-F238E27FC236}">
                    <a16:creationId xmlns:a16="http://schemas.microsoft.com/office/drawing/2014/main" id="{0B53266E-05BF-7F85-FEEE-B771F63DCE06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7CFA776A-F2E4-123F-8245-2A8CB70570F4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25" name="object 21">
              <a:extLst>
                <a:ext uri="{FF2B5EF4-FFF2-40B4-BE49-F238E27FC236}">
                  <a16:creationId xmlns:a16="http://schemas.microsoft.com/office/drawing/2014/main" id="{0D44E981-C563-5718-7D23-1A8DA363BF6E}"/>
                </a:ext>
              </a:extLst>
            </p:cNvPr>
            <p:cNvGrpSpPr/>
            <p:nvPr/>
          </p:nvGrpSpPr>
          <p:grpSpPr>
            <a:xfrm>
              <a:off x="9431558" y="2134832"/>
              <a:ext cx="226409" cy="3206049"/>
              <a:chOff x="10072992" y="3905106"/>
              <a:chExt cx="335280" cy="4734560"/>
            </a:xfrm>
          </p:grpSpPr>
          <p:sp>
            <p:nvSpPr>
              <p:cNvPr id="126" name="object 22">
                <a:extLst>
                  <a:ext uri="{FF2B5EF4-FFF2-40B4-BE49-F238E27FC236}">
                    <a16:creationId xmlns:a16="http://schemas.microsoft.com/office/drawing/2014/main" id="{E2CDA8C1-2ADB-83C0-D181-0A6D65C64B86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27" name="object 23">
                <a:extLst>
                  <a:ext uri="{FF2B5EF4-FFF2-40B4-BE49-F238E27FC236}">
                    <a16:creationId xmlns:a16="http://schemas.microsoft.com/office/drawing/2014/main" id="{092E7E38-6EA2-443F-91FC-D6EFC36E4A6F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28" name="object 24">
                <a:extLst>
                  <a:ext uri="{FF2B5EF4-FFF2-40B4-BE49-F238E27FC236}">
                    <a16:creationId xmlns:a16="http://schemas.microsoft.com/office/drawing/2014/main" id="{194A8829-614A-48E3-8245-7324410998AC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7" name="object 33">
              <a:extLst>
                <a:ext uri="{FF2B5EF4-FFF2-40B4-BE49-F238E27FC236}">
                  <a16:creationId xmlns:a16="http://schemas.microsoft.com/office/drawing/2014/main" id="{897E395E-A42B-F93A-89D3-E4E38620C2DA}"/>
                </a:ext>
              </a:extLst>
            </p:cNvPr>
            <p:cNvGrpSpPr/>
            <p:nvPr/>
          </p:nvGrpSpPr>
          <p:grpSpPr>
            <a:xfrm>
              <a:off x="7437156" y="1872371"/>
              <a:ext cx="2008198" cy="227038"/>
              <a:chOff x="14607437" y="3517515"/>
              <a:chExt cx="3874135" cy="335280"/>
            </a:xfrm>
          </p:grpSpPr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A72F11A5-F3CB-EBCF-33D6-C86B7A8F2542}"/>
                  </a:ext>
                </a:extLst>
              </p:cNvPr>
              <p:cNvSpPr/>
              <p:nvPr/>
            </p:nvSpPr>
            <p:spPr>
              <a:xfrm>
                <a:off x="14607437" y="3527986"/>
                <a:ext cx="3517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17900">
                    <a:moveTo>
                      <a:pt x="0" y="0"/>
                    </a:moveTo>
                    <a:lnTo>
                      <a:pt x="351739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1" name="object 35">
                <a:extLst>
                  <a:ext uri="{FF2B5EF4-FFF2-40B4-BE49-F238E27FC236}">
                    <a16:creationId xmlns:a16="http://schemas.microsoft.com/office/drawing/2014/main" id="{E9FBEA00-C184-8D4E-59C3-200048294678}"/>
                  </a:ext>
                </a:extLst>
              </p:cNvPr>
              <p:cNvSpPr/>
              <p:nvPr/>
            </p:nvSpPr>
            <p:spPr>
              <a:xfrm>
                <a:off x="1821781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2" name="object 36">
                <a:extLst>
                  <a:ext uri="{FF2B5EF4-FFF2-40B4-BE49-F238E27FC236}">
                    <a16:creationId xmlns:a16="http://schemas.microsoft.com/office/drawing/2014/main" id="{DB1DF6D1-9675-BFD5-7522-A5686653BAC9}"/>
                  </a:ext>
                </a:extLst>
              </p:cNvPr>
              <p:cNvSpPr/>
              <p:nvPr/>
            </p:nvSpPr>
            <p:spPr>
              <a:xfrm>
                <a:off x="1814604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10464"/>
                    </a:moveTo>
                    <a:lnTo>
                      <a:pt x="17881" y="3060"/>
                    </a:lnTo>
                    <a:lnTo>
                      <a:pt x="10477" y="0"/>
                    </a:lnTo>
                    <a:lnTo>
                      <a:pt x="3073" y="3060"/>
                    </a:lnTo>
                    <a:lnTo>
                      <a:pt x="0" y="10464"/>
                    </a:lnTo>
                    <a:lnTo>
                      <a:pt x="3073" y="17868"/>
                    </a:lnTo>
                    <a:lnTo>
                      <a:pt x="10477" y="20942"/>
                    </a:lnTo>
                    <a:lnTo>
                      <a:pt x="17881" y="17868"/>
                    </a:lnTo>
                    <a:lnTo>
                      <a:pt x="20942" y="10464"/>
                    </a:lnTo>
                    <a:close/>
                  </a:path>
                  <a:path w="335280" h="335279">
                    <a:moveTo>
                      <a:pt x="335076" y="324599"/>
                    </a:moveTo>
                    <a:lnTo>
                      <a:pt x="332003" y="317195"/>
                    </a:lnTo>
                    <a:lnTo>
                      <a:pt x="324599" y="314121"/>
                    </a:lnTo>
                    <a:lnTo>
                      <a:pt x="317195" y="317195"/>
                    </a:lnTo>
                    <a:lnTo>
                      <a:pt x="314134" y="324599"/>
                    </a:lnTo>
                    <a:lnTo>
                      <a:pt x="317195" y="332003"/>
                    </a:lnTo>
                    <a:lnTo>
                      <a:pt x="324599" y="335064"/>
                    </a:lnTo>
                    <a:lnTo>
                      <a:pt x="332003" y="332003"/>
                    </a:lnTo>
                    <a:lnTo>
                      <a:pt x="335076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33" name="object 25">
              <a:extLst>
                <a:ext uri="{FF2B5EF4-FFF2-40B4-BE49-F238E27FC236}">
                  <a16:creationId xmlns:a16="http://schemas.microsoft.com/office/drawing/2014/main" id="{3F161B54-AD4C-85B1-BB67-621BB01D9EAB}"/>
                </a:ext>
              </a:extLst>
            </p:cNvPr>
            <p:cNvGrpSpPr/>
            <p:nvPr/>
          </p:nvGrpSpPr>
          <p:grpSpPr>
            <a:xfrm>
              <a:off x="9673169" y="5113660"/>
              <a:ext cx="2117180" cy="227038"/>
              <a:chOff x="10460414" y="8304114"/>
              <a:chExt cx="3780154" cy="335280"/>
            </a:xfrm>
          </p:grpSpPr>
          <p:sp>
            <p:nvSpPr>
              <p:cNvPr id="134" name="object 26">
                <a:extLst>
                  <a:ext uri="{FF2B5EF4-FFF2-40B4-BE49-F238E27FC236}">
                    <a16:creationId xmlns:a16="http://schemas.microsoft.com/office/drawing/2014/main" id="{9451CFDF-F153-76AD-986E-15280AA5146E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5" name="object 27">
                <a:extLst>
                  <a:ext uri="{FF2B5EF4-FFF2-40B4-BE49-F238E27FC236}">
                    <a16:creationId xmlns:a16="http://schemas.microsoft.com/office/drawing/2014/main" id="{250B92D9-DE66-0C02-DF3F-14BDD442E110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6" name="object 28">
                <a:extLst>
                  <a:ext uri="{FF2B5EF4-FFF2-40B4-BE49-F238E27FC236}">
                    <a16:creationId xmlns:a16="http://schemas.microsoft.com/office/drawing/2014/main" id="{B8C855B5-33F6-54A1-70B3-CFCE8F292678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37" name="object 37">
              <a:extLst>
                <a:ext uri="{FF2B5EF4-FFF2-40B4-BE49-F238E27FC236}">
                  <a16:creationId xmlns:a16="http://schemas.microsoft.com/office/drawing/2014/main" id="{BE3790AF-E1FD-4A31-6223-EB6CFE8DAD4F}"/>
                </a:ext>
              </a:extLst>
            </p:cNvPr>
            <p:cNvGrpSpPr/>
            <p:nvPr/>
          </p:nvGrpSpPr>
          <p:grpSpPr>
            <a:xfrm flipV="1">
              <a:off x="11748577" y="3666851"/>
              <a:ext cx="62422" cy="1408236"/>
              <a:chOff x="18429794" y="3904827"/>
              <a:chExt cx="81915" cy="2079411"/>
            </a:xfrm>
          </p:grpSpPr>
          <p:sp>
            <p:nvSpPr>
              <p:cNvPr id="138" name="object 38">
                <a:extLst>
                  <a:ext uri="{FF2B5EF4-FFF2-40B4-BE49-F238E27FC236}">
                    <a16:creationId xmlns:a16="http://schemas.microsoft.com/office/drawing/2014/main" id="{2F2F6995-FBFA-89F3-0525-16C1CE03EC8E}"/>
                  </a:ext>
                </a:extLst>
              </p:cNvPr>
              <p:cNvSpPr/>
              <p:nvPr/>
            </p:nvSpPr>
            <p:spPr>
              <a:xfrm>
                <a:off x="18470641" y="3904827"/>
                <a:ext cx="0" cy="1975487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9" name="object 39">
                <a:extLst>
                  <a:ext uri="{FF2B5EF4-FFF2-40B4-BE49-F238E27FC236}">
                    <a16:creationId xmlns:a16="http://schemas.microsoft.com/office/drawing/2014/main" id="{5886396A-634F-9ED4-CD65-C2DE0BB01AAD}"/>
                  </a:ext>
                </a:extLst>
              </p:cNvPr>
              <p:cNvSpPr/>
              <p:nvPr/>
            </p:nvSpPr>
            <p:spPr>
              <a:xfrm>
                <a:off x="18460174" y="5901143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0" name="object 40">
                <a:extLst>
                  <a:ext uri="{FF2B5EF4-FFF2-40B4-BE49-F238E27FC236}">
                    <a16:creationId xmlns:a16="http://schemas.microsoft.com/office/drawing/2014/main" id="{E2CD1774-1410-439F-BD45-FBF0AB3C976C}"/>
                  </a:ext>
                </a:extLst>
              </p:cNvPr>
              <p:cNvSpPr/>
              <p:nvPr/>
            </p:nvSpPr>
            <p:spPr>
              <a:xfrm>
                <a:off x="18429794" y="5871844"/>
                <a:ext cx="81915" cy="112394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277E4B0-CC3B-D16E-BB3D-910AE394C5B7}"/>
                </a:ext>
              </a:extLst>
            </p:cNvPr>
            <p:cNvGrpSpPr/>
            <p:nvPr userDrawn="1"/>
          </p:nvGrpSpPr>
          <p:grpSpPr>
            <a:xfrm>
              <a:off x="381000" y="3351205"/>
              <a:ext cx="247488" cy="1982784"/>
              <a:chOff x="381000" y="3351205"/>
              <a:chExt cx="247488" cy="1982784"/>
            </a:xfrm>
          </p:grpSpPr>
          <p:sp>
            <p:nvSpPr>
              <p:cNvPr id="143" name="object 5">
                <a:extLst>
                  <a:ext uri="{FF2B5EF4-FFF2-40B4-BE49-F238E27FC236}">
                    <a16:creationId xmlns:a16="http://schemas.microsoft.com/office/drawing/2014/main" id="{A1AE2022-DBB5-4B1A-288D-2912782A9854}"/>
                  </a:ext>
                </a:extLst>
              </p:cNvPr>
              <p:cNvSpPr/>
              <p:nvPr/>
            </p:nvSpPr>
            <p:spPr>
              <a:xfrm>
                <a:off x="409283" y="3421862"/>
                <a:ext cx="0" cy="1670964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4" name="object 6">
                <a:extLst>
                  <a:ext uri="{FF2B5EF4-FFF2-40B4-BE49-F238E27FC236}">
                    <a16:creationId xmlns:a16="http://schemas.microsoft.com/office/drawing/2014/main" id="{8F66E85C-C235-CB67-5E0A-E3D4C9A29667}"/>
                  </a:ext>
                </a:extLst>
              </p:cNvPr>
              <p:cNvSpPr/>
              <p:nvPr/>
            </p:nvSpPr>
            <p:spPr>
              <a:xfrm>
                <a:off x="413322" y="5155199"/>
                <a:ext cx="187388" cy="170708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5" name="object 7">
                <a:extLst>
                  <a:ext uri="{FF2B5EF4-FFF2-40B4-BE49-F238E27FC236}">
                    <a16:creationId xmlns:a16="http://schemas.microsoft.com/office/drawing/2014/main" id="{A90029A1-DAC4-7F61-F2A2-AEA48A1A6A82}"/>
                  </a:ext>
                </a:extLst>
              </p:cNvPr>
              <p:cNvSpPr/>
              <p:nvPr/>
            </p:nvSpPr>
            <p:spPr>
              <a:xfrm>
                <a:off x="402212" y="5106567"/>
                <a:ext cx="14151" cy="1419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6" name="object 9">
                <a:extLst>
                  <a:ext uri="{FF2B5EF4-FFF2-40B4-BE49-F238E27FC236}">
                    <a16:creationId xmlns:a16="http://schemas.microsoft.com/office/drawing/2014/main" id="{D809730F-0245-E5DB-6075-5FC8AA225054}"/>
                  </a:ext>
                </a:extLst>
              </p:cNvPr>
              <p:cNvSpPr/>
              <p:nvPr/>
            </p:nvSpPr>
            <p:spPr>
              <a:xfrm>
                <a:off x="614337" y="5319799"/>
                <a:ext cx="14151" cy="1419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7" name="object 12">
                <a:extLst>
                  <a:ext uri="{FF2B5EF4-FFF2-40B4-BE49-F238E27FC236}">
                    <a16:creationId xmlns:a16="http://schemas.microsoft.com/office/drawing/2014/main" id="{F4C6135A-2B6C-B286-1CC5-DB75CACC4F95}"/>
                  </a:ext>
                </a:extLst>
              </p:cNvPr>
              <p:cNvSpPr/>
              <p:nvPr/>
            </p:nvSpPr>
            <p:spPr>
              <a:xfrm>
                <a:off x="381000" y="3351205"/>
                <a:ext cx="56602" cy="56759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3677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73169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984693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201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/>
        </p:nvSpPr>
        <p:spPr>
          <a:xfrm>
            <a:off x="398115" y="3372478"/>
            <a:ext cx="2359454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43221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54745" y="2740569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84237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172713" y="2746418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79028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108520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7567504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796996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9018C01-C2CC-CC9A-462F-546E79D1B47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14185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EE7974A-9258-38A3-967C-1297D16EA34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13729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A127B0D-945E-D152-E078-97CFF4F291C7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5338012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</p:spTree>
    <p:extLst>
      <p:ext uri="{BB962C8B-B14F-4D97-AF65-F5344CB8AC3E}">
        <p14:creationId xmlns:p14="http://schemas.microsoft.com/office/powerpoint/2010/main" val="20287635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x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object 25">
            <a:extLst>
              <a:ext uri="{FF2B5EF4-FFF2-40B4-BE49-F238E27FC236}">
                <a16:creationId xmlns:a16="http://schemas.microsoft.com/office/drawing/2014/main" id="{3F161B54-AD4C-85B1-BB67-621BB01D9EAB}"/>
              </a:ext>
            </a:extLst>
          </p:cNvPr>
          <p:cNvGrpSpPr/>
          <p:nvPr/>
        </p:nvGrpSpPr>
        <p:grpSpPr>
          <a:xfrm>
            <a:off x="8170488" y="5113660"/>
            <a:ext cx="1625445" cy="227038"/>
            <a:chOff x="10460414" y="8304114"/>
            <a:chExt cx="3780154" cy="335280"/>
          </a:xfrm>
        </p:grpSpPr>
        <p:sp>
          <p:nvSpPr>
            <p:cNvPr id="134" name="object 26">
              <a:extLst>
                <a:ext uri="{FF2B5EF4-FFF2-40B4-BE49-F238E27FC236}">
                  <a16:creationId xmlns:a16="http://schemas.microsoft.com/office/drawing/2014/main" id="{9451CFDF-F153-76AD-986E-15280AA5146E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5" name="object 27">
              <a:extLst>
                <a:ext uri="{FF2B5EF4-FFF2-40B4-BE49-F238E27FC236}">
                  <a16:creationId xmlns:a16="http://schemas.microsoft.com/office/drawing/2014/main" id="{250B92D9-DE66-0C02-DF3F-14BDD442E110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6" name="object 28">
              <a:extLst>
                <a:ext uri="{FF2B5EF4-FFF2-40B4-BE49-F238E27FC236}">
                  <a16:creationId xmlns:a16="http://schemas.microsoft.com/office/drawing/2014/main" id="{B8C855B5-33F6-54A1-70B3-CFCE8F292678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6278643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9974799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2582487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734409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 userDrawn="1"/>
        </p:nvSpPr>
        <p:spPr>
          <a:xfrm>
            <a:off x="398115" y="3372478"/>
            <a:ext cx="2009229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698641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154407" y="2740569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3002485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394797" y="2746418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 userDrawn="1">
            <p:ph sz="half" idx="1" hasCustomPrompt="1"/>
          </p:nvPr>
        </p:nvSpPr>
        <p:spPr>
          <a:xfrm>
            <a:off x="838518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 userDrawn="1">
            <p:ph sz="half" idx="20" hasCustomPrompt="1"/>
          </p:nvPr>
        </p:nvSpPr>
        <p:spPr>
          <a:xfrm>
            <a:off x="2686596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 userDrawn="1">
            <p:ph sz="half" idx="21" hasCustomPrompt="1"/>
          </p:nvPr>
        </p:nvSpPr>
        <p:spPr>
          <a:xfrm>
            <a:off x="6382752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 userDrawn="1">
            <p:ph sz="half" idx="22" hasCustomPrompt="1"/>
          </p:nvPr>
        </p:nvSpPr>
        <p:spPr>
          <a:xfrm>
            <a:off x="10078908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9018C01-C2CC-CC9A-462F-546E79D1B472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4430565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EE7974A-9258-38A3-967C-1297D16EA34E}"/>
              </a:ext>
            </a:extLst>
          </p:cNvPr>
          <p:cNvSpPr>
            <a:spLocks noGrp="1"/>
          </p:cNvSpPr>
          <p:nvPr userDrawn="1">
            <p:ph type="pic" sz="quarter" idx="28" hasCustomPrompt="1"/>
          </p:nvPr>
        </p:nvSpPr>
        <p:spPr>
          <a:xfrm>
            <a:off x="4850563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A127B0D-945E-D152-E078-97CFF4F291C7}"/>
              </a:ext>
            </a:extLst>
          </p:cNvPr>
          <p:cNvSpPr>
            <a:spLocks noGrp="1"/>
          </p:cNvSpPr>
          <p:nvPr userDrawn="1">
            <p:ph sz="half" idx="29" hasCustomPrompt="1"/>
          </p:nvPr>
        </p:nvSpPr>
        <p:spPr>
          <a:xfrm>
            <a:off x="4534674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D1EC21B-78EA-B0EA-B6D4-F71FDF8B2F38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8126721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EDB2EB8-8435-D418-96D3-31D7A5B2A01A}"/>
              </a:ext>
            </a:extLst>
          </p:cNvPr>
          <p:cNvSpPr>
            <a:spLocks noGrp="1"/>
          </p:cNvSpPr>
          <p:nvPr userDrawn="1">
            <p:ph type="pic" sz="quarter" idx="32" hasCustomPrompt="1"/>
          </p:nvPr>
        </p:nvSpPr>
        <p:spPr>
          <a:xfrm>
            <a:off x="8546719" y="2746418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E80F9A-AEF5-434A-FADF-9F6B619AD534}"/>
              </a:ext>
            </a:extLst>
          </p:cNvPr>
          <p:cNvSpPr>
            <a:spLocks noGrp="1"/>
          </p:cNvSpPr>
          <p:nvPr userDrawn="1">
            <p:ph sz="half" idx="33" hasCustomPrompt="1"/>
          </p:nvPr>
        </p:nvSpPr>
        <p:spPr>
          <a:xfrm>
            <a:off x="8230830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81BBE61-CFAE-C29F-136F-434DBC361A62}"/>
              </a:ext>
            </a:extLst>
          </p:cNvPr>
          <p:cNvGrpSpPr/>
          <p:nvPr userDrawn="1"/>
        </p:nvGrpSpPr>
        <p:grpSpPr>
          <a:xfrm>
            <a:off x="2394618" y="1872377"/>
            <a:ext cx="226409" cy="3205947"/>
            <a:chOff x="2746644" y="1872377"/>
            <a:chExt cx="226409" cy="3205947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2752740" y="2113503"/>
              <a:ext cx="0" cy="2964821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CD50E4F5-5DF4-942D-898B-6E08EE983B75}"/>
                </a:ext>
              </a:extLst>
            </p:cNvPr>
            <p:cNvSpPr/>
            <p:nvPr/>
          </p:nvSpPr>
          <p:spPr>
            <a:xfrm>
              <a:off x="2757752" y="1880475"/>
              <a:ext cx="187388" cy="170278"/>
            </a:xfrm>
            <a:custGeom>
              <a:avLst/>
              <a:gdLst/>
              <a:ahLst/>
              <a:cxnLst/>
              <a:rect l="l" t="t" r="r" b="b"/>
              <a:pathLst>
                <a:path w="277495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16">
              <a:extLst>
                <a:ext uri="{FF2B5EF4-FFF2-40B4-BE49-F238E27FC236}">
                  <a16:creationId xmlns:a16="http://schemas.microsoft.com/office/drawing/2014/main" id="{A559A6FC-BE2B-F5C4-050A-EFAABB4C054F}"/>
                </a:ext>
              </a:extLst>
            </p:cNvPr>
            <p:cNvSpPr/>
            <p:nvPr/>
          </p:nvSpPr>
          <p:spPr>
            <a:xfrm>
              <a:off x="2746644" y="1872377"/>
              <a:ext cx="226409" cy="227038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21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64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79" h="335279">
                  <a:moveTo>
                    <a:pt x="335064" y="10464"/>
                  </a:moveTo>
                  <a:lnTo>
                    <a:pt x="332003" y="3060"/>
                  </a:lnTo>
                  <a:lnTo>
                    <a:pt x="324599" y="0"/>
                  </a:lnTo>
                  <a:lnTo>
                    <a:pt x="317195" y="3060"/>
                  </a:lnTo>
                  <a:lnTo>
                    <a:pt x="314134" y="10464"/>
                  </a:lnTo>
                  <a:lnTo>
                    <a:pt x="317195" y="17868"/>
                  </a:lnTo>
                  <a:lnTo>
                    <a:pt x="324599" y="20942"/>
                  </a:lnTo>
                  <a:lnTo>
                    <a:pt x="332003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277E4B0-CC3B-D16E-BB3D-910AE394C5B7}"/>
              </a:ext>
            </a:extLst>
          </p:cNvPr>
          <p:cNvGrpSpPr/>
          <p:nvPr userDrawn="1"/>
        </p:nvGrpSpPr>
        <p:grpSpPr>
          <a:xfrm>
            <a:off x="381000" y="3351205"/>
            <a:ext cx="247488" cy="1982784"/>
            <a:chOff x="381000" y="3351205"/>
            <a:chExt cx="247488" cy="1982784"/>
          </a:xfrm>
        </p:grpSpPr>
        <p:sp>
          <p:nvSpPr>
            <p:cNvPr id="143" name="object 5">
              <a:extLst>
                <a:ext uri="{FF2B5EF4-FFF2-40B4-BE49-F238E27FC236}">
                  <a16:creationId xmlns:a16="http://schemas.microsoft.com/office/drawing/2014/main" id="{A1AE2022-DBB5-4B1A-288D-2912782A9854}"/>
                </a:ext>
              </a:extLst>
            </p:cNvPr>
            <p:cNvSpPr/>
            <p:nvPr/>
          </p:nvSpPr>
          <p:spPr>
            <a:xfrm>
              <a:off x="409283" y="3421862"/>
              <a:ext cx="0" cy="1670964"/>
            </a:xfrm>
            <a:custGeom>
              <a:avLst/>
              <a:gdLst/>
              <a:ahLst/>
              <a:cxnLst/>
              <a:rect l="l" t="t" r="r" b="b"/>
              <a:pathLst>
                <a:path h="2467609">
                  <a:moveTo>
                    <a:pt x="0" y="0"/>
                  </a:moveTo>
                  <a:lnTo>
                    <a:pt x="0" y="2467139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4" name="object 6">
              <a:extLst>
                <a:ext uri="{FF2B5EF4-FFF2-40B4-BE49-F238E27FC236}">
                  <a16:creationId xmlns:a16="http://schemas.microsoft.com/office/drawing/2014/main" id="{8F66E85C-C235-CB67-5E0A-E3D4C9A29667}"/>
                </a:ext>
              </a:extLst>
            </p:cNvPr>
            <p:cNvSpPr/>
            <p:nvPr/>
          </p:nvSpPr>
          <p:spPr>
            <a:xfrm>
              <a:off x="413322" y="5155199"/>
              <a:ext cx="187388" cy="170708"/>
            </a:xfrm>
            <a:custGeom>
              <a:avLst/>
              <a:gdLst/>
              <a:ahLst/>
              <a:cxnLst/>
              <a:rect l="l" t="t" r="r" b="b"/>
              <a:pathLst>
                <a:path w="277494" h="252095">
                  <a:moveTo>
                    <a:pt x="0" y="0"/>
                  </a:moveTo>
                  <a:lnTo>
                    <a:pt x="13866" y="48836"/>
                  </a:lnTo>
                  <a:lnTo>
                    <a:pt x="35063" y="94111"/>
                  </a:lnTo>
                  <a:lnTo>
                    <a:pt x="62897" y="135126"/>
                  </a:lnTo>
                  <a:lnTo>
                    <a:pt x="96675" y="171188"/>
                  </a:lnTo>
                  <a:lnTo>
                    <a:pt x="135701" y="201599"/>
                  </a:lnTo>
                  <a:lnTo>
                    <a:pt x="179281" y="225664"/>
                  </a:lnTo>
                  <a:lnTo>
                    <a:pt x="226723" y="242687"/>
                  </a:lnTo>
                  <a:lnTo>
                    <a:pt x="277331" y="25197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5" name="object 7">
              <a:extLst>
                <a:ext uri="{FF2B5EF4-FFF2-40B4-BE49-F238E27FC236}">
                  <a16:creationId xmlns:a16="http://schemas.microsoft.com/office/drawing/2014/main" id="{A90029A1-DAC4-7F61-F2A2-AEA48A1A6A82}"/>
                </a:ext>
              </a:extLst>
            </p:cNvPr>
            <p:cNvSpPr/>
            <p:nvPr/>
          </p:nvSpPr>
          <p:spPr>
            <a:xfrm>
              <a:off x="402212" y="5106567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6" name="object 9">
              <a:extLst>
                <a:ext uri="{FF2B5EF4-FFF2-40B4-BE49-F238E27FC236}">
                  <a16:creationId xmlns:a16="http://schemas.microsoft.com/office/drawing/2014/main" id="{D809730F-0245-E5DB-6075-5FC8AA225054}"/>
                </a:ext>
              </a:extLst>
            </p:cNvPr>
            <p:cNvSpPr/>
            <p:nvPr/>
          </p:nvSpPr>
          <p:spPr>
            <a:xfrm>
              <a:off x="614337" y="5319799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7" name="object 12">
              <a:extLst>
                <a:ext uri="{FF2B5EF4-FFF2-40B4-BE49-F238E27FC236}">
                  <a16:creationId xmlns:a16="http://schemas.microsoft.com/office/drawing/2014/main" id="{F4C6135A-2B6C-B286-1CC5-DB75CACC4F95}"/>
                </a:ext>
              </a:extLst>
            </p:cNvPr>
            <p:cNvSpPr/>
            <p:nvPr/>
          </p:nvSpPr>
          <p:spPr>
            <a:xfrm>
              <a:off x="381000" y="3351205"/>
              <a:ext cx="56602" cy="56759"/>
            </a:xfrm>
            <a:custGeom>
              <a:avLst/>
              <a:gdLst/>
              <a:ahLst/>
              <a:cxnLst/>
              <a:rect l="l" t="t" r="r" b="b"/>
              <a:pathLst>
                <a:path w="83819" h="83820">
                  <a:moveTo>
                    <a:pt x="41883" y="0"/>
                  </a:moveTo>
                  <a:lnTo>
                    <a:pt x="25581" y="3291"/>
                  </a:lnTo>
                  <a:lnTo>
                    <a:pt x="12267" y="12267"/>
                  </a:lnTo>
                  <a:lnTo>
                    <a:pt x="3291" y="25581"/>
                  </a:lnTo>
                  <a:lnTo>
                    <a:pt x="0" y="41883"/>
                  </a:lnTo>
                  <a:lnTo>
                    <a:pt x="3291" y="58185"/>
                  </a:lnTo>
                  <a:lnTo>
                    <a:pt x="12267" y="71499"/>
                  </a:lnTo>
                  <a:lnTo>
                    <a:pt x="25581" y="80475"/>
                  </a:lnTo>
                  <a:lnTo>
                    <a:pt x="41883" y="83767"/>
                  </a:lnTo>
                  <a:lnTo>
                    <a:pt x="58185" y="80475"/>
                  </a:lnTo>
                  <a:lnTo>
                    <a:pt x="71499" y="71499"/>
                  </a:lnTo>
                  <a:lnTo>
                    <a:pt x="80475" y="58185"/>
                  </a:lnTo>
                  <a:lnTo>
                    <a:pt x="83767" y="41883"/>
                  </a:lnTo>
                  <a:lnTo>
                    <a:pt x="80475" y="25581"/>
                  </a:lnTo>
                  <a:lnTo>
                    <a:pt x="71499" y="12267"/>
                  </a:lnTo>
                  <a:lnTo>
                    <a:pt x="58185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854E72-9F64-73AF-CA82-3096A85C5440}"/>
              </a:ext>
            </a:extLst>
          </p:cNvPr>
          <p:cNvGrpSpPr/>
          <p:nvPr userDrawn="1"/>
        </p:nvGrpSpPr>
        <p:grpSpPr>
          <a:xfrm>
            <a:off x="608958" y="5141587"/>
            <a:ext cx="1796116" cy="191424"/>
            <a:chOff x="608957" y="5141587"/>
            <a:chExt cx="2142079" cy="191424"/>
          </a:xfrm>
        </p:grpSpPr>
        <p:sp>
          <p:nvSpPr>
            <p:cNvPr id="61" name="object 8">
              <a:extLst>
                <a:ext uri="{FF2B5EF4-FFF2-40B4-BE49-F238E27FC236}">
                  <a16:creationId xmlns:a16="http://schemas.microsoft.com/office/drawing/2014/main" id="{75AD6B4D-56CD-CBD5-1D27-42052B48904C}"/>
                </a:ext>
              </a:extLst>
            </p:cNvPr>
            <p:cNvSpPr/>
            <p:nvPr/>
          </p:nvSpPr>
          <p:spPr>
            <a:xfrm>
              <a:off x="608957" y="5326991"/>
              <a:ext cx="1955026" cy="6020"/>
            </a:xfrm>
            <a:custGeom>
              <a:avLst/>
              <a:gdLst/>
              <a:ahLst/>
              <a:cxnLst/>
              <a:rect l="l" t="t" r="r" b="b"/>
              <a:pathLst>
                <a:path w="3588385" h="8890">
                  <a:moveTo>
                    <a:pt x="0" y="0"/>
                  </a:moveTo>
                  <a:lnTo>
                    <a:pt x="3587786" y="871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3" name="object 10">
              <a:extLst>
                <a:ext uri="{FF2B5EF4-FFF2-40B4-BE49-F238E27FC236}">
                  <a16:creationId xmlns:a16="http://schemas.microsoft.com/office/drawing/2014/main" id="{D7C8A975-CA69-0CBC-BA39-90E954E29B65}"/>
                </a:ext>
              </a:extLst>
            </p:cNvPr>
            <p:cNvSpPr/>
            <p:nvPr/>
          </p:nvSpPr>
          <p:spPr>
            <a:xfrm>
              <a:off x="2614035" y="5141587"/>
              <a:ext cx="137001" cy="187478"/>
            </a:xfrm>
            <a:custGeom>
              <a:avLst/>
              <a:gdLst/>
              <a:ahLst/>
              <a:cxnLst/>
              <a:rect l="l" t="t" r="r" b="b"/>
              <a:pathLst>
                <a:path w="251460" h="276859">
                  <a:moveTo>
                    <a:pt x="0" y="276766"/>
                  </a:moveTo>
                  <a:lnTo>
                    <a:pt x="48818" y="263026"/>
                  </a:lnTo>
                  <a:lnTo>
                    <a:pt x="94055" y="241941"/>
                  </a:lnTo>
                  <a:lnTo>
                    <a:pt x="135016" y="214203"/>
                  </a:lnTo>
                  <a:lnTo>
                    <a:pt x="171006" y="180507"/>
                  </a:lnTo>
                  <a:lnTo>
                    <a:pt x="201330" y="141545"/>
                  </a:lnTo>
                  <a:lnTo>
                    <a:pt x="225295" y="98011"/>
                  </a:lnTo>
                  <a:lnTo>
                    <a:pt x="242204" y="50598"/>
                  </a:lnTo>
                  <a:lnTo>
                    <a:pt x="251364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D912B15F-8799-7B6C-5F34-E6263B7F1C69}"/>
              </a:ext>
            </a:extLst>
          </p:cNvPr>
          <p:cNvGrpSpPr/>
          <p:nvPr/>
        </p:nvGrpSpPr>
        <p:grpSpPr>
          <a:xfrm>
            <a:off x="4240298" y="2134832"/>
            <a:ext cx="226409" cy="3206049"/>
            <a:chOff x="10072992" y="3905106"/>
            <a:chExt cx="335280" cy="4734560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5F5B3569-3F4E-477A-6BE3-C16E0D116B18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24">
              <a:extLst>
                <a:ext uri="{FF2B5EF4-FFF2-40B4-BE49-F238E27FC236}">
                  <a16:creationId xmlns:a16="http://schemas.microsoft.com/office/drawing/2014/main" id="{C5468CE2-1CE4-A6A3-B35D-A9CFBFB1BA49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28073F3-6020-CCD2-BECA-EBD2532009DF}"/>
              </a:ext>
            </a:extLst>
          </p:cNvPr>
          <p:cNvGrpSpPr/>
          <p:nvPr/>
        </p:nvGrpSpPr>
        <p:grpSpPr>
          <a:xfrm>
            <a:off x="2629119" y="1872371"/>
            <a:ext cx="1626896" cy="227038"/>
            <a:chOff x="6313944" y="3517515"/>
            <a:chExt cx="3780154" cy="335280"/>
          </a:xfrm>
        </p:grpSpPr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4C38A7E6-1066-98D2-C580-D735479826F2}"/>
                </a:ext>
              </a:extLst>
            </p:cNvPr>
            <p:cNvSpPr/>
            <p:nvPr/>
          </p:nvSpPr>
          <p:spPr>
            <a:xfrm>
              <a:off x="6313944" y="3527986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4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3BE53713-1ABF-45F7-2F82-56A2797C6E61}"/>
                </a:ext>
              </a:extLst>
            </p:cNvPr>
            <p:cNvSpPr/>
            <p:nvPr/>
          </p:nvSpPr>
          <p:spPr>
            <a:xfrm>
              <a:off x="983063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20">
              <a:extLst>
                <a:ext uri="{FF2B5EF4-FFF2-40B4-BE49-F238E27FC236}">
                  <a16:creationId xmlns:a16="http://schemas.microsoft.com/office/drawing/2014/main" id="{D73F6B89-9C24-E685-B8F7-5143CDEADC63}"/>
                </a:ext>
              </a:extLst>
            </p:cNvPr>
            <p:cNvSpPr/>
            <p:nvPr/>
          </p:nvSpPr>
          <p:spPr>
            <a:xfrm>
              <a:off x="975887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29" y="10464"/>
                  </a:moveTo>
                  <a:lnTo>
                    <a:pt x="17868" y="3060"/>
                  </a:lnTo>
                  <a:lnTo>
                    <a:pt x="10464" y="0"/>
                  </a:lnTo>
                  <a:lnTo>
                    <a:pt x="3060" y="3060"/>
                  </a:lnTo>
                  <a:lnTo>
                    <a:pt x="0" y="10464"/>
                  </a:lnTo>
                  <a:lnTo>
                    <a:pt x="3060" y="17868"/>
                  </a:lnTo>
                  <a:lnTo>
                    <a:pt x="10464" y="20942"/>
                  </a:lnTo>
                  <a:lnTo>
                    <a:pt x="17868" y="17868"/>
                  </a:lnTo>
                  <a:lnTo>
                    <a:pt x="20929" y="10464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1990" y="317195"/>
                  </a:lnTo>
                  <a:lnTo>
                    <a:pt x="324586" y="314121"/>
                  </a:lnTo>
                  <a:lnTo>
                    <a:pt x="317182" y="317195"/>
                  </a:lnTo>
                  <a:lnTo>
                    <a:pt x="314121" y="324599"/>
                  </a:lnTo>
                  <a:lnTo>
                    <a:pt x="317182" y="332003"/>
                  </a:lnTo>
                  <a:lnTo>
                    <a:pt x="324586" y="335064"/>
                  </a:lnTo>
                  <a:lnTo>
                    <a:pt x="331990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8FA7A9C2-7F49-B7E0-8589-A8C8E932789E}"/>
              </a:ext>
            </a:extLst>
          </p:cNvPr>
          <p:cNvGrpSpPr/>
          <p:nvPr/>
        </p:nvGrpSpPr>
        <p:grpSpPr>
          <a:xfrm>
            <a:off x="6086644" y="1872371"/>
            <a:ext cx="226409" cy="3206049"/>
            <a:chOff x="14219462" y="3517515"/>
            <a:chExt cx="335280" cy="4734560"/>
          </a:xfrm>
        </p:grpSpPr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9FE12F61-0FB4-94ED-80BC-31C82915D246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7AE019EF-E4A6-0AED-4E99-8DF49446C91A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427E641D-8805-E277-9625-A8B0CD58682F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EF0EC330-A54E-0A08-05C3-18798EA6B50D}"/>
              </a:ext>
            </a:extLst>
          </p:cNvPr>
          <p:cNvGrpSpPr/>
          <p:nvPr/>
        </p:nvGrpSpPr>
        <p:grpSpPr>
          <a:xfrm>
            <a:off x="4474333" y="5113658"/>
            <a:ext cx="1623784" cy="227038"/>
            <a:chOff x="10460414" y="8304114"/>
            <a:chExt cx="3780154" cy="335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50C051EC-07DA-E1CC-F6A5-24FCD3457D01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0B53266E-05BF-7F85-FEEE-B771F63DCE06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7CFA776A-F2E4-123F-8245-2A8CB70570F4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7" name="object 33">
            <a:extLst>
              <a:ext uri="{FF2B5EF4-FFF2-40B4-BE49-F238E27FC236}">
                <a16:creationId xmlns:a16="http://schemas.microsoft.com/office/drawing/2014/main" id="{897E395E-A42B-F93A-89D3-E4E38620C2DA}"/>
              </a:ext>
            </a:extLst>
          </p:cNvPr>
          <p:cNvGrpSpPr/>
          <p:nvPr/>
        </p:nvGrpSpPr>
        <p:grpSpPr>
          <a:xfrm>
            <a:off x="10037234" y="1872371"/>
            <a:ext cx="1753116" cy="227038"/>
            <a:chOff x="14607437" y="3517515"/>
            <a:chExt cx="3874135" cy="335280"/>
          </a:xfrm>
        </p:grpSpPr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A72F11A5-F3CB-EBCF-33D6-C86B7A8F2542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E9FBEA00-C184-8D4E-59C3-200048294678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DB1DF6D1-9675-BFD5-7522-A5686653BAC9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25" name="object 21">
            <a:extLst>
              <a:ext uri="{FF2B5EF4-FFF2-40B4-BE49-F238E27FC236}">
                <a16:creationId xmlns:a16="http://schemas.microsoft.com/office/drawing/2014/main" id="{0D44E981-C563-5718-7D23-1A8DA363BF6E}"/>
              </a:ext>
            </a:extLst>
          </p:cNvPr>
          <p:cNvGrpSpPr/>
          <p:nvPr/>
        </p:nvGrpSpPr>
        <p:grpSpPr>
          <a:xfrm>
            <a:off x="7937117" y="2134832"/>
            <a:ext cx="226409" cy="3206049"/>
            <a:chOff x="10072992" y="3905106"/>
            <a:chExt cx="335280" cy="4734560"/>
          </a:xfrm>
        </p:grpSpPr>
        <p:sp>
          <p:nvSpPr>
            <p:cNvPr id="126" name="object 22">
              <a:extLst>
                <a:ext uri="{FF2B5EF4-FFF2-40B4-BE49-F238E27FC236}">
                  <a16:creationId xmlns:a16="http://schemas.microsoft.com/office/drawing/2014/main" id="{E2CDA8C1-2ADB-83C0-D181-0A6D65C64B86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7" name="object 23">
              <a:extLst>
                <a:ext uri="{FF2B5EF4-FFF2-40B4-BE49-F238E27FC236}">
                  <a16:creationId xmlns:a16="http://schemas.microsoft.com/office/drawing/2014/main" id="{092E7E38-6EA2-443F-91FC-D6EFC36E4A6F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8" name="object 24">
              <a:extLst>
                <a:ext uri="{FF2B5EF4-FFF2-40B4-BE49-F238E27FC236}">
                  <a16:creationId xmlns:a16="http://schemas.microsoft.com/office/drawing/2014/main" id="{194A8829-614A-48E3-8245-7324410998AC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4" name="object 29">
            <a:extLst>
              <a:ext uri="{FF2B5EF4-FFF2-40B4-BE49-F238E27FC236}">
                <a16:creationId xmlns:a16="http://schemas.microsoft.com/office/drawing/2014/main" id="{A65EE313-D4BD-A8B9-A760-7A7B7E4E9C92}"/>
              </a:ext>
            </a:extLst>
          </p:cNvPr>
          <p:cNvGrpSpPr/>
          <p:nvPr userDrawn="1"/>
        </p:nvGrpSpPr>
        <p:grpSpPr>
          <a:xfrm>
            <a:off x="9782172" y="1872371"/>
            <a:ext cx="226409" cy="3206049"/>
            <a:chOff x="14219462" y="3517515"/>
            <a:chExt cx="335280" cy="4734560"/>
          </a:xfrm>
        </p:grpSpPr>
        <p:sp>
          <p:nvSpPr>
            <p:cNvPr id="115" name="object 30">
              <a:extLst>
                <a:ext uri="{FF2B5EF4-FFF2-40B4-BE49-F238E27FC236}">
                  <a16:creationId xmlns:a16="http://schemas.microsoft.com/office/drawing/2014/main" id="{D191635E-3F23-F10A-4EE6-3D72465D44B0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6" name="object 31">
              <a:extLst>
                <a:ext uri="{FF2B5EF4-FFF2-40B4-BE49-F238E27FC236}">
                  <a16:creationId xmlns:a16="http://schemas.microsoft.com/office/drawing/2014/main" id="{CC0FA61B-64BA-6BBD-2C2D-FDB7906BB0B2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7" name="object 32">
              <a:extLst>
                <a:ext uri="{FF2B5EF4-FFF2-40B4-BE49-F238E27FC236}">
                  <a16:creationId xmlns:a16="http://schemas.microsoft.com/office/drawing/2014/main" id="{C13FA14E-F2D1-9FE6-849D-B47A290EE7A2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8" name="object 37">
            <a:extLst>
              <a:ext uri="{FF2B5EF4-FFF2-40B4-BE49-F238E27FC236}">
                <a16:creationId xmlns:a16="http://schemas.microsoft.com/office/drawing/2014/main" id="{B1F20906-1084-D86F-0059-AC2F74060E4E}"/>
              </a:ext>
            </a:extLst>
          </p:cNvPr>
          <p:cNvGrpSpPr/>
          <p:nvPr userDrawn="1"/>
        </p:nvGrpSpPr>
        <p:grpSpPr>
          <a:xfrm>
            <a:off x="11755685" y="2134641"/>
            <a:ext cx="55315" cy="1408236"/>
            <a:chOff x="18429794" y="3904825"/>
            <a:chExt cx="81915" cy="2079625"/>
          </a:xfrm>
        </p:grpSpPr>
        <p:sp>
          <p:nvSpPr>
            <p:cNvPr id="119" name="object 38">
              <a:extLst>
                <a:ext uri="{FF2B5EF4-FFF2-40B4-BE49-F238E27FC236}">
                  <a16:creationId xmlns:a16="http://schemas.microsoft.com/office/drawing/2014/main" id="{AEEAF466-16BF-11CE-FE47-CA95F1D4E6F4}"/>
                </a:ext>
              </a:extLst>
            </p:cNvPr>
            <p:cNvSpPr/>
            <p:nvPr/>
          </p:nvSpPr>
          <p:spPr>
            <a:xfrm>
              <a:off x="18470641" y="3904825"/>
              <a:ext cx="0" cy="1975485"/>
            </a:xfrm>
            <a:custGeom>
              <a:avLst/>
              <a:gdLst/>
              <a:ahLst/>
              <a:cxnLst/>
              <a:rect l="l" t="t" r="r" b="b"/>
              <a:pathLst>
                <a:path h="1975485">
                  <a:moveTo>
                    <a:pt x="0" y="0"/>
                  </a:moveTo>
                  <a:lnTo>
                    <a:pt x="0" y="1975426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0" name="object 39">
              <a:extLst>
                <a:ext uri="{FF2B5EF4-FFF2-40B4-BE49-F238E27FC236}">
                  <a16:creationId xmlns:a16="http://schemas.microsoft.com/office/drawing/2014/main" id="{F52EBCCC-9F1D-BF94-AB26-49AD5504994D}"/>
                </a:ext>
              </a:extLst>
            </p:cNvPr>
            <p:cNvSpPr/>
            <p:nvPr/>
          </p:nvSpPr>
          <p:spPr>
            <a:xfrm>
              <a:off x="18460175" y="590113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1" name="object 40">
              <a:extLst>
                <a:ext uri="{FF2B5EF4-FFF2-40B4-BE49-F238E27FC236}">
                  <a16:creationId xmlns:a16="http://schemas.microsoft.com/office/drawing/2014/main" id="{762BA1B8-20B6-7C54-CF55-BA3E86A3DE78}"/>
                </a:ext>
              </a:extLst>
            </p:cNvPr>
            <p:cNvSpPr/>
            <p:nvPr/>
          </p:nvSpPr>
          <p:spPr>
            <a:xfrm>
              <a:off x="18429794" y="5871842"/>
              <a:ext cx="81915" cy="112395"/>
            </a:xfrm>
            <a:custGeom>
              <a:avLst/>
              <a:gdLst/>
              <a:ahLst/>
              <a:cxnLst/>
              <a:rect l="l" t="t" r="r" b="b"/>
              <a:pathLst>
                <a:path w="81915" h="112395">
                  <a:moveTo>
                    <a:pt x="81704" y="0"/>
                  </a:moveTo>
                  <a:lnTo>
                    <a:pt x="0" y="0"/>
                  </a:lnTo>
                  <a:lnTo>
                    <a:pt x="40846" y="112268"/>
                  </a:lnTo>
                  <a:lnTo>
                    <a:pt x="81704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22" name="object 33">
            <a:extLst>
              <a:ext uri="{FF2B5EF4-FFF2-40B4-BE49-F238E27FC236}">
                <a16:creationId xmlns:a16="http://schemas.microsoft.com/office/drawing/2014/main" id="{497EADDE-E9EC-BF0D-F241-B5B0AF8E7D44}"/>
              </a:ext>
            </a:extLst>
          </p:cNvPr>
          <p:cNvGrpSpPr/>
          <p:nvPr userDrawn="1"/>
        </p:nvGrpSpPr>
        <p:grpSpPr>
          <a:xfrm>
            <a:off x="6354143" y="1872371"/>
            <a:ext cx="1588843" cy="227038"/>
            <a:chOff x="14607437" y="3517515"/>
            <a:chExt cx="3874135" cy="335280"/>
          </a:xfrm>
        </p:grpSpPr>
        <p:sp>
          <p:nvSpPr>
            <p:cNvPr id="123" name="object 34">
              <a:extLst>
                <a:ext uri="{FF2B5EF4-FFF2-40B4-BE49-F238E27FC236}">
                  <a16:creationId xmlns:a16="http://schemas.microsoft.com/office/drawing/2014/main" id="{1E5BDDCE-EC54-71D9-2899-21997D5A50C3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9" name="object 35">
              <a:extLst>
                <a:ext uri="{FF2B5EF4-FFF2-40B4-BE49-F238E27FC236}">
                  <a16:creationId xmlns:a16="http://schemas.microsoft.com/office/drawing/2014/main" id="{A7EFF38A-5974-CACC-40EF-982F195EB72D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0" name="object 36">
              <a:extLst>
                <a:ext uri="{FF2B5EF4-FFF2-40B4-BE49-F238E27FC236}">
                  <a16:creationId xmlns:a16="http://schemas.microsoft.com/office/drawing/2014/main" id="{C1492C11-00B7-4340-F031-C00DAAFADA06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2724681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1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56A2-AAC0-9B45-FB5E-AE7B93E7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2EDF93-AD54-4B15-96CC-7D9EFE4A9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886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2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C8AC-A727-D801-86D0-1A331FCE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A0AE534-194E-4CA1-802B-273FE7F77F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61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3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5536-6F0A-E1DD-ABEF-419B2B3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81BB100-EC1A-4A8C-8920-AE8CB0CCA5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76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4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FC53-E775-BE26-8CEA-9917C525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1E7D028-82C4-423F-BC42-3DB3483E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09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A1030D-22C8-5F68-9B50-298D99C4F0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1170535"/>
            <a:ext cx="7301457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A55360-4235-A19B-584F-72D1D033C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1740535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AFBE375-306E-55C3-C9A5-5A771D29D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75" y="2164087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4DB6396-FF36-173F-4120-40BE3E524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175" y="4085081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EF3A942-1C22-F263-9D6F-5D98F82464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75" y="4508633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A8F83-7E33-1521-974A-F980172DB5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0600" y="0"/>
            <a:ext cx="6118800" cy="6858000"/>
          </a:xfrm>
          <a:custGeom>
            <a:avLst/>
            <a:gdLst>
              <a:gd name="connsiteX0" fmla="*/ 3049853 w 6118800"/>
              <a:gd name="connsiteY0" fmla="*/ 0 h 6858000"/>
              <a:gd name="connsiteX1" fmla="*/ 6118800 w 6118800"/>
              <a:gd name="connsiteY1" fmla="*/ 0 h 6858000"/>
              <a:gd name="connsiteX2" fmla="*/ 6118800 w 6118800"/>
              <a:gd name="connsiteY2" fmla="*/ 6858000 h 6858000"/>
              <a:gd name="connsiteX3" fmla="*/ 0 w 6118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8800" h="6858000">
                <a:moveTo>
                  <a:pt x="3049853" y="0"/>
                </a:moveTo>
                <a:lnTo>
                  <a:pt x="6118800" y="0"/>
                </a:lnTo>
                <a:lnTo>
                  <a:pt x="6118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5A3DA-FBE7-CD5B-5B77-C5C261C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579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slide -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BD34-3180-D411-4A2B-6BA518A17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B42F-3040-A0A7-E1E6-5FD802E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8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5F4B-8E8A-47A0-944B-5D9538AF4E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8206-BC0C-47BD-8FE1-900014F50460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12C01A-ACE0-4CE0-8754-8A6F869B3F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B8FE5730-15CF-45F0-AB3C-EC8D491D8C11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CE90-0B6C-497D-ADB5-F0A29B2D0031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47C1A-2C59-B90D-9F24-CEE7BA47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310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36AB-DAB0-6AAE-8698-A08D0635F1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F92B-444B-450C-B2F4-A79799B25837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2C313-D795-46AE-8166-2389B0354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040C9277-5BEA-4CEB-83C3-1F9BF1AD2140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5150-995D-45C5-872C-41053A7CCDB2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EAD1E-EFFC-6957-6E8E-0B38F6BB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642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6921CE-6E1E-C202-1B66-BB421D84D6D8}"/>
              </a:ext>
            </a:extLst>
          </p:cNvPr>
          <p:cNvGrpSpPr/>
          <p:nvPr userDrawn="1"/>
        </p:nvGrpSpPr>
        <p:grpSpPr>
          <a:xfrm>
            <a:off x="4664822" y="1853965"/>
            <a:ext cx="7527178" cy="3172826"/>
            <a:chOff x="6843171" y="2880169"/>
            <a:chExt cx="13261527" cy="5589946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FD4D5D13-8FCC-5EAE-58A6-A87C971D22EF}"/>
                </a:ext>
              </a:extLst>
            </p:cNvPr>
            <p:cNvSpPr/>
            <p:nvPr/>
          </p:nvSpPr>
          <p:spPr>
            <a:xfrm>
              <a:off x="11915702" y="5512356"/>
              <a:ext cx="1968500" cy="2938780"/>
            </a:xfrm>
            <a:custGeom>
              <a:avLst/>
              <a:gdLst/>
              <a:ahLst/>
              <a:cxnLst/>
              <a:rect l="l" t="t" r="r" b="b"/>
              <a:pathLst>
                <a:path w="1968500" h="2938779">
                  <a:moveTo>
                    <a:pt x="1968128" y="1983897"/>
                  </a:moveTo>
                  <a:lnTo>
                    <a:pt x="1403213" y="2938350"/>
                  </a:lnTo>
                  <a:lnTo>
                    <a:pt x="0" y="954358"/>
                  </a:lnTo>
                  <a:lnTo>
                    <a:pt x="564872" y="0"/>
                  </a:lnTo>
                  <a:lnTo>
                    <a:pt x="1968128" y="1983897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021EFEF1-7524-14D5-6032-5D75D9F50837}"/>
                </a:ext>
              </a:extLst>
            </p:cNvPr>
            <p:cNvSpPr/>
            <p:nvPr/>
          </p:nvSpPr>
          <p:spPr>
            <a:xfrm>
              <a:off x="15772093" y="3874620"/>
              <a:ext cx="4332605" cy="4595495"/>
            </a:xfrm>
            <a:custGeom>
              <a:avLst/>
              <a:gdLst/>
              <a:ahLst/>
              <a:cxnLst/>
              <a:rect l="l" t="t" r="r" b="b"/>
              <a:pathLst>
                <a:path w="4332605" h="4595495">
                  <a:moveTo>
                    <a:pt x="0" y="2343101"/>
                  </a:moveTo>
                  <a:lnTo>
                    <a:pt x="4332006" y="4595492"/>
                  </a:lnTo>
                </a:path>
                <a:path w="4332605" h="4595495">
                  <a:moveTo>
                    <a:pt x="4332006" y="2197142"/>
                  </a:moveTo>
                  <a:lnTo>
                    <a:pt x="149073" y="0"/>
                  </a:lnTo>
                  <a:lnTo>
                    <a:pt x="0" y="2343101"/>
                  </a:lnTo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734B5CF-10E2-0AFB-EA4E-1673608BFA24}"/>
                </a:ext>
              </a:extLst>
            </p:cNvPr>
            <p:cNvSpPr/>
            <p:nvPr/>
          </p:nvSpPr>
          <p:spPr>
            <a:xfrm>
              <a:off x="6843171" y="2880169"/>
              <a:ext cx="3718560" cy="3296285"/>
            </a:xfrm>
            <a:custGeom>
              <a:avLst/>
              <a:gdLst/>
              <a:ahLst/>
              <a:cxnLst/>
              <a:rect l="l" t="t" r="r" b="b"/>
              <a:pathLst>
                <a:path w="3718559" h="3296285">
                  <a:moveTo>
                    <a:pt x="2086596" y="0"/>
                  </a:moveTo>
                  <a:lnTo>
                    <a:pt x="0" y="2983008"/>
                  </a:lnTo>
                  <a:lnTo>
                    <a:pt x="1631699" y="3296161"/>
                  </a:lnTo>
                  <a:lnTo>
                    <a:pt x="3718200" y="313194"/>
                  </a:lnTo>
                  <a:lnTo>
                    <a:pt x="2086596" y="0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12">
            <a:extLst>
              <a:ext uri="{FF2B5EF4-FFF2-40B4-BE49-F238E27FC236}">
                <a16:creationId xmlns:a16="http://schemas.microsoft.com/office/drawing/2014/main" id="{AB432B6B-B4FB-FC09-9CDE-F1D56E511984}"/>
              </a:ext>
            </a:extLst>
          </p:cNvPr>
          <p:cNvSpPr txBox="1">
            <a:spLocks/>
          </p:cNvSpPr>
          <p:nvPr userDrawn="1"/>
        </p:nvSpPr>
        <p:spPr>
          <a:xfrm>
            <a:off x="288132" y="1642095"/>
            <a:ext cx="654025" cy="1538883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9925685" algn="l"/>
              </a:tabLst>
            </a:pPr>
            <a:r>
              <a:rPr lang="en-GB" sz="10000" dirty="0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06B65F-581D-D5A9-59B6-C552ABF69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723" y="2609504"/>
            <a:ext cx="7426326" cy="259811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GB"/>
              <a:t>Delivering a streamlined reporting service that gives a direct and transparent view of the quality of our work, and creates value for customers and World Courier.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63E76E-395A-FAA7-5830-77D4E7B5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480C5E3-9738-AF69-964C-586C5CCA2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08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160C7F-3E21-6602-9799-1D43D79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6BCD8-1A39-0611-98FD-FFF847660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15.xml"/><Relationship Id="rId10" Type="http://schemas.openxmlformats.org/officeDocument/2006/relationships/tags" Target="../tags/tag13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7.xml"/><Relationship Id="rId41" Type="http://schemas.openxmlformats.org/officeDocument/2006/relationships/image" Target="../media/image1.sv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9A4E-DB65-446D-9634-A4520D14C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AADDC-A1DD-46B3-89BE-C6244EF0A8E6}" type="datetime4">
              <a:rPr lang="en-GB" smtClean="0"/>
              <a:t>13 May 2026</a:t>
            </a:fld>
            <a:endParaRPr lang="en-GB" dirty="0"/>
          </a:p>
        </p:txBody>
      </p:sp>
    </p:spTree>
    <p:custDataLst>
      <p:tags r:id="rId12"/>
    </p:custDataLst>
    <p:extLst>
      <p:ext uri="{BB962C8B-B14F-4D97-AF65-F5344CB8AC3E}">
        <p14:creationId xmlns:p14="http://schemas.microsoft.com/office/powerpoint/2010/main" val="15829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710" r:id="rId10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bg object 18">
            <a:extLst>
              <a:ext uri="{FF2B5EF4-FFF2-40B4-BE49-F238E27FC236}">
                <a16:creationId xmlns:a16="http://schemas.microsoft.com/office/drawing/2014/main" id="{12F9AF8E-F443-9242-CE3B-F010F16832CE}"/>
              </a:ext>
            </a:extLst>
          </p:cNvPr>
          <p:cNvSpPr/>
          <p:nvPr userDrawn="1"/>
        </p:nvSpPr>
        <p:spPr>
          <a:xfrm>
            <a:off x="11307847" y="6413630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33C1-E61E-CFF1-452A-73029B0577D6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58F04-8CD8-E2F8-C107-75E95DDA898D}"/>
              </a:ext>
            </a:extLst>
          </p:cNvPr>
          <p:cNvSpPr txBox="1"/>
          <p:nvPr userDrawn="1"/>
        </p:nvSpPr>
        <p:spPr>
          <a:xfrm>
            <a:off x="11464173" y="6413630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CDDFE7-CC48-8FE6-7550-23F59404E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8497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413631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413631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692409C-91D8-0F83-A79B-C4478236DA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3" r:id="rId2"/>
    <p:sldLayoutId id="2147483663" r:id="rId3"/>
    <p:sldLayoutId id="2147483660" r:id="rId4"/>
    <p:sldLayoutId id="2147483724" r:id="rId5"/>
    <p:sldLayoutId id="2147483725" r:id="rId6"/>
    <p:sldLayoutId id="2147483723" r:id="rId7"/>
    <p:sldLayoutId id="2147483726" r:id="rId8"/>
    <p:sldLayoutId id="2147483727" r:id="rId9"/>
    <p:sldLayoutId id="2147483662" r:id="rId10"/>
    <p:sldLayoutId id="2147483721" r:id="rId11"/>
    <p:sldLayoutId id="2147483722" r:id="rId12"/>
    <p:sldLayoutId id="2147483661" r:id="rId13"/>
    <p:sldLayoutId id="2147483714" r:id="rId14"/>
    <p:sldLayoutId id="2147483744" r:id="rId15"/>
    <p:sldLayoutId id="2147483742" r:id="rId16"/>
    <p:sldLayoutId id="2147483743" r:id="rId17"/>
    <p:sldLayoutId id="2147483715" r:id="rId18"/>
    <p:sldLayoutId id="2147483692" r:id="rId19"/>
    <p:sldLayoutId id="2147483717" r:id="rId20"/>
    <p:sldLayoutId id="2147483739" r:id="rId21"/>
    <p:sldLayoutId id="2147483718" r:id="rId22"/>
    <p:sldLayoutId id="2147483740" r:id="rId23"/>
    <p:sldLayoutId id="2147483719" r:id="rId24"/>
    <p:sldLayoutId id="2147483741" r:id="rId25"/>
    <p:sldLayoutId id="2147483720" r:id="rId26"/>
    <p:sldLayoutId id="2147483696" r:id="rId27"/>
    <p:sldLayoutId id="2147483711" r:id="rId28"/>
    <p:sldLayoutId id="2147483745" r:id="rId29"/>
    <p:sldLayoutId id="2147483746" r:id="rId30"/>
    <p:sldLayoutId id="2147483747" r:id="rId31"/>
    <p:sldLayoutId id="2147483693" r:id="rId32"/>
    <p:sldLayoutId id="2147483694" r:id="rId33"/>
    <p:sldLayoutId id="2147483695" r:id="rId34"/>
    <p:sldLayoutId id="2147483698" r:id="rId35"/>
    <p:sldLayoutId id="2147483697" r:id="rId36"/>
    <p:sldLayoutId id="2147483681" r:id="rId37"/>
    <p:sldLayoutId id="2147483682" r:id="rId38"/>
    <p:sldLayoutId id="2147483683" r:id="rId3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76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4" orient="horz" pos="11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orient="horz" pos="95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786" userDrawn="1">
          <p15:clr>
            <a:srgbClr val="F26B43"/>
          </p15:clr>
        </p15:guide>
        <p15:guide id="10" pos="39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85A8294-EEBA-598A-19E4-4C76B88DA2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tags" Target="../tags/tag4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4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5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43AEC8-0152-40B9-821D-13D54CCB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7" y="2643127"/>
            <a:ext cx="8554819" cy="1325563"/>
          </a:xfrm>
        </p:spPr>
        <p:txBody>
          <a:bodyPr/>
          <a:lstStyle/>
          <a:p>
            <a:r>
              <a:rPr lang="en-IN" dirty="0"/>
              <a:t>Logistics &amp; Distribution Network Performance Optimization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D5D8-E7BA-9979-10C1-5C7021808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</p:spPr>
        <p:txBody>
          <a:bodyPr/>
          <a:lstStyle/>
          <a:p>
            <a:fld id="{B8EF017E-7E2A-413B-B87D-069BC04BAA61}" type="datetime4">
              <a:rPr lang="en-GB" smtClean="0"/>
              <a:t>13 May 2026</a:t>
            </a:fld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790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E8A72B2-5262-1CE7-5542-EA0740DB94C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Business Problem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FA3706D-67B6-E33E-3B71-E776AFD8F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10F3B49F-003A-B09C-1B9C-CF388421A578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Business Objectives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FED79EE-F6F6-400A-740C-110861582E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B6AF1AA2-5A8A-732E-9561-E0A797F9D6CC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9A8F084-8906-5B02-3EC8-DC43A34317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9D2BB5FF-E627-C64D-3EA5-873559414D0E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dirty="0"/>
              <a:t>Dataset Cleaning and Modelling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F39BFB1-5E9E-BB8E-4D4D-D9C8399579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119D625-2643-1609-1012-0802E4D3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7BAC6DA-17B9-ACE3-077B-24F7C9B1678F}"/>
              </a:ext>
            </a:extLst>
          </p:cNvPr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r>
              <a:rPr lang="en-US" dirty="0"/>
              <a:t>KPI &amp; Measures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0C191CC-0E99-BB98-38DA-D03174113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CBC05986-A108-270D-4617-9CF4A63FDBC7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Executive Overview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51FA530-9E97-A244-4ECA-FC09221F4A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AD7FFF7E-5A10-7F0C-3BC8-0D56CF4E0CCB}"/>
              </a:ext>
            </a:extLst>
          </p:cNvPr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r>
              <a:rPr lang="en-US" dirty="0"/>
              <a:t>Hub Analysis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E57EFEF-0218-8EAA-D4D4-CDE2ACD5070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93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87B5-F3EB-B7D7-96F7-FBA61D0C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936D61C-D03A-0630-B3EC-68E4D960BEB0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Route Analysis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EF3536E-9869-C0B1-7A00-1F9E4E8B81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950C375-763E-6C23-32EC-A321D2308FF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Cost Analysis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72D17DB-D281-3ED1-326D-398AFF6189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7C0DACB3-4E00-3FE9-0CDA-62C3DF897BB4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59AFF96-A629-9131-A202-B078F70FC5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66B8FE52-03D5-00BF-186B-C087B4F5CDCA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F9307D2-F554-9747-14E6-3C9B6C5E60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B73CEB0-3D12-00C9-2C25-DDABD28C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2D0159D8-DD24-93B5-78A2-4E7EEFB306DD}"/>
              </a:ext>
            </a:extLst>
          </p:cNvPr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r>
              <a:rPr lang="en-US" dirty="0"/>
              <a:t>Business Impact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16C02CA-A4C4-5707-400F-5E6913CDDB7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/>
              <a:t>12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856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D526FB-BD8E-6BC9-AEE3-DA87790F6C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942392"/>
            <a:ext cx="11430000" cy="674231"/>
          </a:xfrm>
        </p:spPr>
        <p:txBody>
          <a:bodyPr/>
          <a:lstStyle/>
          <a:p>
            <a:r>
              <a:rPr lang="en-US" dirty="0"/>
              <a:t>A national logistics company managing multiple distribution hubs and delivery routes faced several operational challenges impacting service quality and profitability.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19984D1-6442-D44A-AB58-5DA71037FE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49635" y="2593913"/>
            <a:ext cx="3667125" cy="3741523"/>
          </a:xfrm>
        </p:spPr>
        <p:txBody>
          <a:bodyPr/>
          <a:lstStyle/>
          <a:p>
            <a:pPr lvl="1"/>
            <a:r>
              <a:rPr lang="en-US" dirty="0"/>
              <a:t>Increasing delivery delays and SLA breaches affecting customer satisfaction </a:t>
            </a:r>
          </a:p>
          <a:p>
            <a:pPr lvl="1"/>
            <a:r>
              <a:rPr lang="en-US" dirty="0"/>
              <a:t>Rising transportation and warehousing costs across operational hubs </a:t>
            </a:r>
          </a:p>
          <a:p>
            <a:pPr lvl="1"/>
            <a:r>
              <a:rPr lang="en-US" dirty="0"/>
              <a:t>Uneven hub performance and inefficient capacity utilization </a:t>
            </a:r>
          </a:p>
          <a:p>
            <a:pPr lvl="1"/>
            <a:r>
              <a:rPr lang="en-US" dirty="0"/>
              <a:t>Lack of centralized visibility into shipment cost and operational efficiency </a:t>
            </a:r>
          </a:p>
          <a:p>
            <a:pPr lvl="1"/>
            <a:r>
              <a:rPr lang="en-US" dirty="0"/>
              <a:t>Difficulty identifying high-cost routes and delivery bottlenecks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83EFF89-F235-314C-8206-C48857DFC1E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06939" y="2537851"/>
            <a:ext cx="3667125" cy="3741523"/>
          </a:xfrm>
        </p:spPr>
        <p:txBody>
          <a:bodyPr/>
          <a:lstStyle/>
          <a:p>
            <a:pPr marL="228600" lvl="1" indent="0">
              <a:buNone/>
            </a:pPr>
            <a:r>
              <a:rPr lang="en-US" dirty="0"/>
              <a:t>Management required an interactive Business Intelligence solution to:</a:t>
            </a:r>
          </a:p>
          <a:p>
            <a:pPr lvl="2"/>
            <a:r>
              <a:rPr lang="en-US" dirty="0"/>
              <a:t>monitor logistics operations centrally </a:t>
            </a:r>
          </a:p>
          <a:p>
            <a:pPr lvl="2"/>
            <a:r>
              <a:rPr lang="en-US" dirty="0"/>
              <a:t>track service-level performance </a:t>
            </a:r>
          </a:p>
          <a:p>
            <a:pPr lvl="2"/>
            <a:r>
              <a:rPr lang="en-US" dirty="0"/>
              <a:t>identify operational inefficiencies </a:t>
            </a:r>
          </a:p>
          <a:p>
            <a:pPr lvl="2"/>
            <a:r>
              <a:rPr lang="en-US" dirty="0"/>
              <a:t>improve decision-making through real-time analytics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1D3D2B-DFD7-4E1C-A13B-58C4C044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Statement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640EAC-5314-76E8-13CE-44DA08215346}"/>
              </a:ext>
            </a:extLst>
          </p:cNvPr>
          <p:cNvGrpSpPr/>
          <p:nvPr/>
        </p:nvGrpSpPr>
        <p:grpSpPr>
          <a:xfrm>
            <a:off x="848289" y="1820188"/>
            <a:ext cx="401346" cy="689035"/>
            <a:chOff x="5904116" y="602659"/>
            <a:chExt cx="401346" cy="68903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C004B0E-D3DE-BB00-2E18-9DB1CB09858E}"/>
                </a:ext>
              </a:extLst>
            </p:cNvPr>
            <p:cNvGrpSpPr/>
            <p:nvPr/>
          </p:nvGrpSpPr>
          <p:grpSpPr>
            <a:xfrm rot="1800000">
              <a:off x="5925478" y="717126"/>
              <a:ext cx="379984" cy="323379"/>
              <a:chOff x="5486512" y="3748505"/>
              <a:chExt cx="1218976" cy="1037391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04980B4-484C-6AFE-70EB-7F0733786D1B}"/>
                  </a:ext>
                </a:extLst>
              </p:cNvPr>
              <p:cNvSpPr/>
              <p:nvPr/>
            </p:nvSpPr>
            <p:spPr>
              <a:xfrm>
                <a:off x="5486512" y="3748505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5"/>
                      <a:pt x="274320" y="794911"/>
                      <a:pt x="274320" y="685800"/>
                    </a:cubicBezTo>
                    <a:cubicBezTo>
                      <a:pt x="274320" y="576650"/>
                      <a:pt x="317680" y="471987"/>
                      <a:pt x="394835" y="394835"/>
                    </a:cubicBezTo>
                    <a:cubicBezTo>
                      <a:pt x="472025" y="317682"/>
                      <a:pt x="576689" y="274320"/>
                      <a:pt x="685800" y="274320"/>
                    </a:cubicBezTo>
                    <a:cubicBezTo>
                      <a:pt x="794950" y="274320"/>
                      <a:pt x="899613" y="317680"/>
                      <a:pt x="976765" y="394835"/>
                    </a:cubicBezTo>
                    <a:cubicBezTo>
                      <a:pt x="1053918" y="472025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22DF4DC-4889-8954-7C01-0719A06366CE}"/>
                  </a:ext>
                </a:extLst>
              </p:cNvPr>
              <p:cNvSpPr/>
              <p:nvPr/>
            </p:nvSpPr>
            <p:spPr>
              <a:xfrm>
                <a:off x="5875533" y="3852244"/>
                <a:ext cx="829912" cy="51870"/>
              </a:xfrm>
              <a:custGeom>
                <a:avLst/>
                <a:gdLst>
                  <a:gd name="connsiteX0" fmla="*/ 137160 w 4389120"/>
                  <a:gd name="connsiteY0" fmla="*/ 274320 h 274320"/>
                  <a:gd name="connsiteX1" fmla="*/ 4251960 w 4389120"/>
                  <a:gd name="connsiteY1" fmla="*/ 274320 h 274320"/>
                  <a:gd name="connsiteX2" fmla="*/ 4389120 w 4389120"/>
                  <a:gd name="connsiteY2" fmla="*/ 137160 h 274320"/>
                  <a:gd name="connsiteX3" fmla="*/ 4251960 w 4389120"/>
                  <a:gd name="connsiteY3" fmla="*/ 0 h 274320"/>
                  <a:gd name="connsiteX4" fmla="*/ 137160 w 4389120"/>
                  <a:gd name="connsiteY4" fmla="*/ 0 h 274320"/>
                  <a:gd name="connsiteX5" fmla="*/ 0 w 4389120"/>
                  <a:gd name="connsiteY5" fmla="*/ 137160 h 274320"/>
                  <a:gd name="connsiteX6" fmla="*/ 137160 w 4389120"/>
                  <a:gd name="connsiteY6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137160" y="274320"/>
                    </a:moveTo>
                    <a:lnTo>
                      <a:pt x="4251960" y="274320"/>
                    </a:lnTo>
                    <a:cubicBezTo>
                      <a:pt x="4327702" y="274320"/>
                      <a:pt x="4389120" y="212897"/>
                      <a:pt x="4389120" y="137160"/>
                    </a:cubicBezTo>
                    <a:cubicBezTo>
                      <a:pt x="4389120" y="61423"/>
                      <a:pt x="4327702" y="0"/>
                      <a:pt x="4251960" y="0"/>
                    </a:cubicBezTo>
                    <a:lnTo>
                      <a:pt x="137160" y="0"/>
                    </a:lnTo>
                    <a:cubicBezTo>
                      <a:pt x="61428" y="0"/>
                      <a:pt x="0" y="61423"/>
                      <a:pt x="0" y="137160"/>
                    </a:cubicBezTo>
                    <a:cubicBezTo>
                      <a:pt x="0" y="212897"/>
                      <a:pt x="61428" y="274320"/>
                      <a:pt x="137160" y="27432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BAA1F0-9290-B645-0197-704902A270D1}"/>
                  </a:ext>
                </a:extLst>
              </p:cNvPr>
              <p:cNvSpPr/>
              <p:nvPr/>
            </p:nvSpPr>
            <p:spPr>
              <a:xfrm>
                <a:off x="5486512" y="4137526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1987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86FFED6-A3C7-AC40-9A1D-3FA516A54E32}"/>
                  </a:ext>
                </a:extLst>
              </p:cNvPr>
              <p:cNvSpPr/>
              <p:nvPr/>
            </p:nvSpPr>
            <p:spPr>
              <a:xfrm>
                <a:off x="5875533" y="4241265"/>
                <a:ext cx="829912" cy="51870"/>
              </a:xfrm>
              <a:custGeom>
                <a:avLst/>
                <a:gdLst>
                  <a:gd name="connsiteX0" fmla="*/ 4251960 w 4389120"/>
                  <a:gd name="connsiteY0" fmla="*/ 0 h 274320"/>
                  <a:gd name="connsiteX1" fmla="*/ 137160 w 4389120"/>
                  <a:gd name="connsiteY1" fmla="*/ 0 h 274320"/>
                  <a:gd name="connsiteX2" fmla="*/ 0 w 4389120"/>
                  <a:gd name="connsiteY2" fmla="*/ 137160 h 274320"/>
                  <a:gd name="connsiteX3" fmla="*/ 137160 w 4389120"/>
                  <a:gd name="connsiteY3" fmla="*/ 274320 h 274320"/>
                  <a:gd name="connsiteX4" fmla="*/ 4251960 w 4389120"/>
                  <a:gd name="connsiteY4" fmla="*/ 274320 h 274320"/>
                  <a:gd name="connsiteX5" fmla="*/ 4389120 w 4389120"/>
                  <a:gd name="connsiteY5" fmla="*/ 137160 h 274320"/>
                  <a:gd name="connsiteX6" fmla="*/ 4251960 w 4389120"/>
                  <a:gd name="connsiteY6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4251960" y="0"/>
                    </a:moveTo>
                    <a:lnTo>
                      <a:pt x="137160" y="0"/>
                    </a:lnTo>
                    <a:cubicBezTo>
                      <a:pt x="61428" y="0"/>
                      <a:pt x="0" y="61428"/>
                      <a:pt x="0" y="137160"/>
                    </a:cubicBezTo>
                    <a:cubicBezTo>
                      <a:pt x="0" y="212892"/>
                      <a:pt x="61428" y="274320"/>
                      <a:pt x="137160" y="274320"/>
                    </a:cubicBezTo>
                    <a:lnTo>
                      <a:pt x="4251960" y="274320"/>
                    </a:lnTo>
                    <a:cubicBezTo>
                      <a:pt x="4327702" y="274320"/>
                      <a:pt x="4389120" y="212892"/>
                      <a:pt x="4389120" y="137160"/>
                    </a:cubicBezTo>
                    <a:cubicBezTo>
                      <a:pt x="4389120" y="61428"/>
                      <a:pt x="4327702" y="0"/>
                      <a:pt x="425196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CB92872-80E4-CA6C-4F11-251D66560C25}"/>
                  </a:ext>
                </a:extLst>
              </p:cNvPr>
              <p:cNvSpPr/>
              <p:nvPr/>
            </p:nvSpPr>
            <p:spPr>
              <a:xfrm>
                <a:off x="5486512" y="4526548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9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9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2026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9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5D6EA9E-F8ED-90E2-8E28-A202AD89E221}"/>
                  </a:ext>
                </a:extLst>
              </p:cNvPr>
              <p:cNvSpPr/>
              <p:nvPr/>
            </p:nvSpPr>
            <p:spPr>
              <a:xfrm>
                <a:off x="5875576" y="4630286"/>
                <a:ext cx="829912" cy="51870"/>
              </a:xfrm>
              <a:custGeom>
                <a:avLst/>
                <a:gdLst>
                  <a:gd name="connsiteX0" fmla="*/ 4251735 w 4389120"/>
                  <a:gd name="connsiteY0" fmla="*/ 0 h 274320"/>
                  <a:gd name="connsiteX1" fmla="*/ 136935 w 4389120"/>
                  <a:gd name="connsiteY1" fmla="*/ 0 h 274320"/>
                  <a:gd name="connsiteX2" fmla="*/ 0 w 4389120"/>
                  <a:gd name="connsiteY2" fmla="*/ 137160 h 274320"/>
                  <a:gd name="connsiteX3" fmla="*/ 136935 w 4389120"/>
                  <a:gd name="connsiteY3" fmla="*/ 274320 h 274320"/>
                  <a:gd name="connsiteX4" fmla="*/ 4251735 w 4389120"/>
                  <a:gd name="connsiteY4" fmla="*/ 274320 h 274320"/>
                  <a:gd name="connsiteX5" fmla="*/ 4348864 w 4389120"/>
                  <a:gd name="connsiteY5" fmla="*/ 234211 h 274320"/>
                  <a:gd name="connsiteX6" fmla="*/ 4389120 w 4389120"/>
                  <a:gd name="connsiteY6" fmla="*/ 137160 h 274320"/>
                  <a:gd name="connsiteX7" fmla="*/ 4348864 w 4389120"/>
                  <a:gd name="connsiteY7" fmla="*/ 40071 h 274320"/>
                  <a:gd name="connsiteX8" fmla="*/ 4251735 w 4389120"/>
                  <a:gd name="connsiteY8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9120" h="274320">
                    <a:moveTo>
                      <a:pt x="4251735" y="0"/>
                    </a:moveTo>
                    <a:lnTo>
                      <a:pt x="136935" y="0"/>
                    </a:lnTo>
                    <a:cubicBezTo>
                      <a:pt x="61271" y="118"/>
                      <a:pt x="0" y="61497"/>
                      <a:pt x="0" y="137160"/>
                    </a:cubicBezTo>
                    <a:cubicBezTo>
                      <a:pt x="0" y="212824"/>
                      <a:pt x="61271" y="274164"/>
                      <a:pt x="136935" y="274320"/>
                    </a:cubicBezTo>
                    <a:lnTo>
                      <a:pt x="4251735" y="274320"/>
                    </a:lnTo>
                    <a:cubicBezTo>
                      <a:pt x="4288170" y="274359"/>
                      <a:pt x="4323107" y="259968"/>
                      <a:pt x="4348864" y="234211"/>
                    </a:cubicBezTo>
                    <a:cubicBezTo>
                      <a:pt x="4374660" y="208493"/>
                      <a:pt x="4389120" y="173557"/>
                      <a:pt x="4389120" y="137160"/>
                    </a:cubicBezTo>
                    <a:cubicBezTo>
                      <a:pt x="4389120" y="100725"/>
                      <a:pt x="4374660" y="65827"/>
                      <a:pt x="4348864" y="40071"/>
                    </a:cubicBezTo>
                    <a:cubicBezTo>
                      <a:pt x="4323107" y="14353"/>
                      <a:pt x="4288170" y="-78"/>
                      <a:pt x="425173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93D00C5-5E0D-C997-D6AF-4006C402346C}"/>
                  </a:ext>
                </a:extLst>
              </p:cNvPr>
              <p:cNvSpPr/>
              <p:nvPr/>
            </p:nvSpPr>
            <p:spPr>
              <a:xfrm>
                <a:off x="5533247" y="4184261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b="1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9558AE2-1314-20E0-065A-D70F70B3DC8C}"/>
                  </a:ext>
                </a:extLst>
              </p:cNvPr>
              <p:cNvSpPr/>
              <p:nvPr/>
            </p:nvSpPr>
            <p:spPr>
              <a:xfrm>
                <a:off x="5533247" y="3795240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b="1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4FB7E5D-1E6C-C628-2E4D-2EBE5A3CCC5B}"/>
                  </a:ext>
                </a:extLst>
              </p:cNvPr>
              <p:cNvSpPr/>
              <p:nvPr/>
            </p:nvSpPr>
            <p:spPr>
              <a:xfrm>
                <a:off x="5533247" y="4573283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b="1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FE4A9C-C4E9-8BA4-4E33-D50DEEA0AFF7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234175" y="975805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2CC854-490E-4A82-0A85-32B7F178C95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5904116" y="602659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2D4F8E9-1D91-F40D-7D51-CA733A0C0321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011259" y="1045604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81CB829C-DDC6-4339-D46A-C8BAB9FDC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35" y="1936086"/>
            <a:ext cx="2944623" cy="45724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C99B9E-441F-2B0B-59D6-523A0DB8433D}"/>
              </a:ext>
            </a:extLst>
          </p:cNvPr>
          <p:cNvSpPr txBox="1"/>
          <p:nvPr/>
        </p:nvSpPr>
        <p:spPr>
          <a:xfrm>
            <a:off x="1378472" y="1949961"/>
            <a:ext cx="2577707" cy="428534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Key Challenges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D0E292A-EB32-2D22-735F-E3CE73B06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625" y="1953179"/>
            <a:ext cx="3093269" cy="45724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DA6351E-EB16-92F4-0F7A-2E171FE9FCC9}"/>
              </a:ext>
            </a:extLst>
          </p:cNvPr>
          <p:cNvSpPr txBox="1"/>
          <p:nvPr/>
        </p:nvSpPr>
        <p:spPr>
          <a:xfrm>
            <a:off x="6572571" y="1955183"/>
            <a:ext cx="2644943" cy="442369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Business Need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3FE67F-C127-2C84-0020-6568FF6E4B4B}"/>
              </a:ext>
            </a:extLst>
          </p:cNvPr>
          <p:cNvCxnSpPr>
            <a:cxnSpLocks/>
          </p:cNvCxnSpPr>
          <p:nvPr/>
        </p:nvCxnSpPr>
        <p:spPr>
          <a:xfrm>
            <a:off x="5785062" y="1978132"/>
            <a:ext cx="0" cy="2943985"/>
          </a:xfrm>
          <a:prstGeom prst="straightConnector1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E640EAC-5314-76E8-13CE-44DA08215346}"/>
              </a:ext>
            </a:extLst>
          </p:cNvPr>
          <p:cNvGrpSpPr/>
          <p:nvPr/>
        </p:nvGrpSpPr>
        <p:grpSpPr>
          <a:xfrm>
            <a:off x="6005593" y="1869976"/>
            <a:ext cx="401346" cy="689035"/>
            <a:chOff x="5904116" y="602659"/>
            <a:chExt cx="401346" cy="68903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C004B0E-D3DE-BB00-2E18-9DB1CB09858E}"/>
                </a:ext>
              </a:extLst>
            </p:cNvPr>
            <p:cNvGrpSpPr/>
            <p:nvPr/>
          </p:nvGrpSpPr>
          <p:grpSpPr>
            <a:xfrm rot="1800000">
              <a:off x="5925478" y="717126"/>
              <a:ext cx="379984" cy="323379"/>
              <a:chOff x="5486512" y="3748505"/>
              <a:chExt cx="1218976" cy="1037391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04980B4-484C-6AFE-70EB-7F0733786D1B}"/>
                  </a:ext>
                </a:extLst>
              </p:cNvPr>
              <p:cNvSpPr/>
              <p:nvPr/>
            </p:nvSpPr>
            <p:spPr>
              <a:xfrm>
                <a:off x="5486512" y="3748505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5"/>
                      <a:pt x="274320" y="794911"/>
                      <a:pt x="274320" y="685800"/>
                    </a:cubicBezTo>
                    <a:cubicBezTo>
                      <a:pt x="274320" y="576650"/>
                      <a:pt x="317680" y="471987"/>
                      <a:pt x="394835" y="394835"/>
                    </a:cubicBezTo>
                    <a:cubicBezTo>
                      <a:pt x="472025" y="317682"/>
                      <a:pt x="576689" y="274320"/>
                      <a:pt x="685800" y="274320"/>
                    </a:cubicBezTo>
                    <a:cubicBezTo>
                      <a:pt x="794950" y="274320"/>
                      <a:pt x="899613" y="317680"/>
                      <a:pt x="976765" y="394835"/>
                    </a:cubicBezTo>
                    <a:cubicBezTo>
                      <a:pt x="1053918" y="472025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22DF4DC-4889-8954-7C01-0719A06366CE}"/>
                  </a:ext>
                </a:extLst>
              </p:cNvPr>
              <p:cNvSpPr/>
              <p:nvPr/>
            </p:nvSpPr>
            <p:spPr>
              <a:xfrm>
                <a:off x="5875533" y="3852244"/>
                <a:ext cx="829912" cy="51870"/>
              </a:xfrm>
              <a:custGeom>
                <a:avLst/>
                <a:gdLst>
                  <a:gd name="connsiteX0" fmla="*/ 137160 w 4389120"/>
                  <a:gd name="connsiteY0" fmla="*/ 274320 h 274320"/>
                  <a:gd name="connsiteX1" fmla="*/ 4251960 w 4389120"/>
                  <a:gd name="connsiteY1" fmla="*/ 274320 h 274320"/>
                  <a:gd name="connsiteX2" fmla="*/ 4389120 w 4389120"/>
                  <a:gd name="connsiteY2" fmla="*/ 137160 h 274320"/>
                  <a:gd name="connsiteX3" fmla="*/ 4251960 w 4389120"/>
                  <a:gd name="connsiteY3" fmla="*/ 0 h 274320"/>
                  <a:gd name="connsiteX4" fmla="*/ 137160 w 4389120"/>
                  <a:gd name="connsiteY4" fmla="*/ 0 h 274320"/>
                  <a:gd name="connsiteX5" fmla="*/ 0 w 4389120"/>
                  <a:gd name="connsiteY5" fmla="*/ 137160 h 274320"/>
                  <a:gd name="connsiteX6" fmla="*/ 137160 w 4389120"/>
                  <a:gd name="connsiteY6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137160" y="274320"/>
                    </a:moveTo>
                    <a:lnTo>
                      <a:pt x="4251960" y="274320"/>
                    </a:lnTo>
                    <a:cubicBezTo>
                      <a:pt x="4327702" y="274320"/>
                      <a:pt x="4389120" y="212897"/>
                      <a:pt x="4389120" y="137160"/>
                    </a:cubicBezTo>
                    <a:cubicBezTo>
                      <a:pt x="4389120" y="61423"/>
                      <a:pt x="4327702" y="0"/>
                      <a:pt x="4251960" y="0"/>
                    </a:cubicBezTo>
                    <a:lnTo>
                      <a:pt x="137160" y="0"/>
                    </a:lnTo>
                    <a:cubicBezTo>
                      <a:pt x="61428" y="0"/>
                      <a:pt x="0" y="61423"/>
                      <a:pt x="0" y="137160"/>
                    </a:cubicBezTo>
                    <a:cubicBezTo>
                      <a:pt x="0" y="212897"/>
                      <a:pt x="61428" y="274320"/>
                      <a:pt x="137160" y="27432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6BAA1F0-9290-B645-0197-704902A270D1}"/>
                  </a:ext>
                </a:extLst>
              </p:cNvPr>
              <p:cNvSpPr/>
              <p:nvPr/>
            </p:nvSpPr>
            <p:spPr>
              <a:xfrm>
                <a:off x="5486512" y="4137526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1987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86FFED6-A3C7-AC40-9A1D-3FA516A54E32}"/>
                  </a:ext>
                </a:extLst>
              </p:cNvPr>
              <p:cNvSpPr/>
              <p:nvPr/>
            </p:nvSpPr>
            <p:spPr>
              <a:xfrm>
                <a:off x="5875533" y="4241265"/>
                <a:ext cx="829912" cy="51870"/>
              </a:xfrm>
              <a:custGeom>
                <a:avLst/>
                <a:gdLst>
                  <a:gd name="connsiteX0" fmla="*/ 4251960 w 4389120"/>
                  <a:gd name="connsiteY0" fmla="*/ 0 h 274320"/>
                  <a:gd name="connsiteX1" fmla="*/ 137160 w 4389120"/>
                  <a:gd name="connsiteY1" fmla="*/ 0 h 274320"/>
                  <a:gd name="connsiteX2" fmla="*/ 0 w 4389120"/>
                  <a:gd name="connsiteY2" fmla="*/ 137160 h 274320"/>
                  <a:gd name="connsiteX3" fmla="*/ 137160 w 4389120"/>
                  <a:gd name="connsiteY3" fmla="*/ 274320 h 274320"/>
                  <a:gd name="connsiteX4" fmla="*/ 4251960 w 4389120"/>
                  <a:gd name="connsiteY4" fmla="*/ 274320 h 274320"/>
                  <a:gd name="connsiteX5" fmla="*/ 4389120 w 4389120"/>
                  <a:gd name="connsiteY5" fmla="*/ 137160 h 274320"/>
                  <a:gd name="connsiteX6" fmla="*/ 4251960 w 4389120"/>
                  <a:gd name="connsiteY6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4251960" y="0"/>
                    </a:moveTo>
                    <a:lnTo>
                      <a:pt x="137160" y="0"/>
                    </a:lnTo>
                    <a:cubicBezTo>
                      <a:pt x="61428" y="0"/>
                      <a:pt x="0" y="61428"/>
                      <a:pt x="0" y="137160"/>
                    </a:cubicBezTo>
                    <a:cubicBezTo>
                      <a:pt x="0" y="212892"/>
                      <a:pt x="61428" y="274320"/>
                      <a:pt x="137160" y="274320"/>
                    </a:cubicBezTo>
                    <a:lnTo>
                      <a:pt x="4251960" y="274320"/>
                    </a:lnTo>
                    <a:cubicBezTo>
                      <a:pt x="4327702" y="274320"/>
                      <a:pt x="4389120" y="212892"/>
                      <a:pt x="4389120" y="137160"/>
                    </a:cubicBezTo>
                    <a:cubicBezTo>
                      <a:pt x="4389120" y="61428"/>
                      <a:pt x="4327702" y="0"/>
                      <a:pt x="425196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BCB92872-80E4-CA6C-4F11-251D66560C25}"/>
                  </a:ext>
                </a:extLst>
              </p:cNvPr>
              <p:cNvSpPr/>
              <p:nvPr/>
            </p:nvSpPr>
            <p:spPr>
              <a:xfrm>
                <a:off x="5486512" y="4526548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9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9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2026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9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5D6EA9E-F8ED-90E2-8E28-A202AD89E221}"/>
                  </a:ext>
                </a:extLst>
              </p:cNvPr>
              <p:cNvSpPr/>
              <p:nvPr/>
            </p:nvSpPr>
            <p:spPr>
              <a:xfrm>
                <a:off x="5875576" y="4630286"/>
                <a:ext cx="829912" cy="51870"/>
              </a:xfrm>
              <a:custGeom>
                <a:avLst/>
                <a:gdLst>
                  <a:gd name="connsiteX0" fmla="*/ 4251735 w 4389120"/>
                  <a:gd name="connsiteY0" fmla="*/ 0 h 274320"/>
                  <a:gd name="connsiteX1" fmla="*/ 136935 w 4389120"/>
                  <a:gd name="connsiteY1" fmla="*/ 0 h 274320"/>
                  <a:gd name="connsiteX2" fmla="*/ 0 w 4389120"/>
                  <a:gd name="connsiteY2" fmla="*/ 137160 h 274320"/>
                  <a:gd name="connsiteX3" fmla="*/ 136935 w 4389120"/>
                  <a:gd name="connsiteY3" fmla="*/ 274320 h 274320"/>
                  <a:gd name="connsiteX4" fmla="*/ 4251735 w 4389120"/>
                  <a:gd name="connsiteY4" fmla="*/ 274320 h 274320"/>
                  <a:gd name="connsiteX5" fmla="*/ 4348864 w 4389120"/>
                  <a:gd name="connsiteY5" fmla="*/ 234211 h 274320"/>
                  <a:gd name="connsiteX6" fmla="*/ 4389120 w 4389120"/>
                  <a:gd name="connsiteY6" fmla="*/ 137160 h 274320"/>
                  <a:gd name="connsiteX7" fmla="*/ 4348864 w 4389120"/>
                  <a:gd name="connsiteY7" fmla="*/ 40071 h 274320"/>
                  <a:gd name="connsiteX8" fmla="*/ 4251735 w 4389120"/>
                  <a:gd name="connsiteY8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9120" h="274320">
                    <a:moveTo>
                      <a:pt x="4251735" y="0"/>
                    </a:moveTo>
                    <a:lnTo>
                      <a:pt x="136935" y="0"/>
                    </a:lnTo>
                    <a:cubicBezTo>
                      <a:pt x="61271" y="118"/>
                      <a:pt x="0" y="61497"/>
                      <a:pt x="0" y="137160"/>
                    </a:cubicBezTo>
                    <a:cubicBezTo>
                      <a:pt x="0" y="212824"/>
                      <a:pt x="61271" y="274164"/>
                      <a:pt x="136935" y="274320"/>
                    </a:cubicBezTo>
                    <a:lnTo>
                      <a:pt x="4251735" y="274320"/>
                    </a:lnTo>
                    <a:cubicBezTo>
                      <a:pt x="4288170" y="274359"/>
                      <a:pt x="4323107" y="259968"/>
                      <a:pt x="4348864" y="234211"/>
                    </a:cubicBezTo>
                    <a:cubicBezTo>
                      <a:pt x="4374660" y="208493"/>
                      <a:pt x="4389120" y="173557"/>
                      <a:pt x="4389120" y="137160"/>
                    </a:cubicBezTo>
                    <a:cubicBezTo>
                      <a:pt x="4389120" y="100725"/>
                      <a:pt x="4374660" y="65827"/>
                      <a:pt x="4348864" y="40071"/>
                    </a:cubicBezTo>
                    <a:cubicBezTo>
                      <a:pt x="4323107" y="14353"/>
                      <a:pt x="4288170" y="-78"/>
                      <a:pt x="425173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b="1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93D00C5-5E0D-C997-D6AF-4006C402346C}"/>
                  </a:ext>
                </a:extLst>
              </p:cNvPr>
              <p:cNvSpPr/>
              <p:nvPr/>
            </p:nvSpPr>
            <p:spPr>
              <a:xfrm>
                <a:off x="5533247" y="4184261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b="1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A9558AE2-1314-20E0-065A-D70F70B3DC8C}"/>
                  </a:ext>
                </a:extLst>
              </p:cNvPr>
              <p:cNvSpPr/>
              <p:nvPr/>
            </p:nvSpPr>
            <p:spPr>
              <a:xfrm>
                <a:off x="5533247" y="3795240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b="1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4FB7E5D-1E6C-C628-2E4D-2EBE5A3CCC5B}"/>
                  </a:ext>
                </a:extLst>
              </p:cNvPr>
              <p:cNvSpPr/>
              <p:nvPr/>
            </p:nvSpPr>
            <p:spPr>
              <a:xfrm>
                <a:off x="5533247" y="4573283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N" b="1"/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FE4A9C-C4E9-8BA4-4E33-D50DEEA0AFF7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234175" y="975805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82CC854-490E-4A82-0A85-32B7F178C95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5904116" y="602659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2D4F8E9-1D91-F40D-7D51-CA733A0C0321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011259" y="1045604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1833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A8B12-DD15-4F20-B058-99E319476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4">
            <a:extLst>
              <a:ext uri="{FF2B5EF4-FFF2-40B4-BE49-F238E27FC236}">
                <a16:creationId xmlns:a16="http://schemas.microsoft.com/office/drawing/2014/main" id="{3EA6C3BC-6DC3-67E8-2DD5-6E2E8C71AA34}"/>
              </a:ext>
            </a:extLst>
          </p:cNvPr>
          <p:cNvSpPr>
            <a:spLocks noGrp="1"/>
          </p:cNvSpPr>
          <p:nvPr/>
        </p:nvSpPr>
        <p:spPr>
          <a:xfrm>
            <a:off x="381000" y="30423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300" dirty="0"/>
              <a:t>Project Objectives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1C168AE-0351-93C9-FFEF-9611C39B159D}"/>
              </a:ext>
            </a:extLst>
          </p:cNvPr>
          <p:cNvGrpSpPr/>
          <p:nvPr/>
        </p:nvGrpSpPr>
        <p:grpSpPr>
          <a:xfrm>
            <a:off x="767582" y="2390563"/>
            <a:ext cx="10777510" cy="633789"/>
            <a:chOff x="793541" y="3018630"/>
            <a:chExt cx="10777510" cy="633789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8561262-AD83-66AF-B2D0-1CDD63CB9E7B}"/>
                </a:ext>
              </a:extLst>
            </p:cNvPr>
            <p:cNvSpPr/>
            <p:nvPr/>
          </p:nvSpPr>
          <p:spPr>
            <a:xfrm>
              <a:off x="1406969" y="3071059"/>
              <a:ext cx="10164082" cy="5289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chemeClr val="bg2"/>
                  </a:solidFill>
                </a:rPr>
                <a:t>Reduce transportation and warehousing costs through operational analysis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07A31E56-173C-5A5A-67F8-7472DBCA937C}"/>
                </a:ext>
              </a:extLst>
            </p:cNvPr>
            <p:cNvGrpSpPr/>
            <p:nvPr/>
          </p:nvGrpSpPr>
          <p:grpSpPr>
            <a:xfrm>
              <a:off x="793541" y="3018630"/>
              <a:ext cx="516122" cy="633789"/>
              <a:chOff x="1238916" y="3535771"/>
              <a:chExt cx="516122" cy="633789"/>
            </a:xfrm>
          </p:grpSpPr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A8B36B7E-5738-643D-7ED3-00596F983740}"/>
                  </a:ext>
                </a:extLst>
              </p:cNvPr>
              <p:cNvGrpSpPr/>
              <p:nvPr/>
            </p:nvGrpSpPr>
            <p:grpSpPr>
              <a:xfrm rot="1800000">
                <a:off x="1329109" y="3604445"/>
                <a:ext cx="425018" cy="457992"/>
                <a:chOff x="4610100" y="1828800"/>
                <a:chExt cx="2971837" cy="3202415"/>
              </a:xfrm>
            </p:grpSpPr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41A0BA6E-5F4E-72ED-78E4-B353180457EC}"/>
                    </a:ext>
                  </a:extLst>
                </p:cNvPr>
                <p:cNvSpPr/>
                <p:nvPr/>
              </p:nvSpPr>
              <p:spPr>
                <a:xfrm>
                  <a:off x="4610100" y="1828800"/>
                  <a:ext cx="2971837" cy="3202415"/>
                </a:xfrm>
                <a:custGeom>
                  <a:avLst/>
                  <a:gdLst>
                    <a:gd name="connsiteX0" fmla="*/ 0 w 2971837"/>
                    <a:gd name="connsiteY0" fmla="*/ 1769364 h 3202415"/>
                    <a:gd name="connsiteX1" fmla="*/ 0 w 2971837"/>
                    <a:gd name="connsiteY1" fmla="*/ 1094423 h 3202415"/>
                    <a:gd name="connsiteX2" fmla="*/ 1238 w 2971837"/>
                    <a:gd name="connsiteY2" fmla="*/ 1091660 h 3202415"/>
                    <a:gd name="connsiteX3" fmla="*/ 80010 w 2971837"/>
                    <a:gd name="connsiteY3" fmla="*/ 1028319 h 3202415"/>
                    <a:gd name="connsiteX4" fmla="*/ 630269 w 2971837"/>
                    <a:gd name="connsiteY4" fmla="*/ 1028605 h 3202415"/>
                    <a:gd name="connsiteX5" fmla="*/ 644366 w 2971837"/>
                    <a:gd name="connsiteY5" fmla="*/ 1028605 h 3202415"/>
                    <a:gd name="connsiteX6" fmla="*/ 644366 w 2971837"/>
                    <a:gd name="connsiteY6" fmla="*/ 1012888 h 3202415"/>
                    <a:gd name="connsiteX7" fmla="*/ 644462 w 2971837"/>
                    <a:gd name="connsiteY7" fmla="*/ 86678 h 3202415"/>
                    <a:gd name="connsiteX8" fmla="*/ 647510 w 2971837"/>
                    <a:gd name="connsiteY8" fmla="*/ 55912 h 3202415"/>
                    <a:gd name="connsiteX9" fmla="*/ 724090 w 2971837"/>
                    <a:gd name="connsiteY9" fmla="*/ 95 h 3202415"/>
                    <a:gd name="connsiteX10" fmla="*/ 2398871 w 2971837"/>
                    <a:gd name="connsiteY10" fmla="*/ 0 h 3202415"/>
                    <a:gd name="connsiteX11" fmla="*/ 2460974 w 2971837"/>
                    <a:gd name="connsiteY11" fmla="*/ 25718 h 3202415"/>
                    <a:gd name="connsiteX12" fmla="*/ 2944845 w 2971837"/>
                    <a:gd name="connsiteY12" fmla="*/ 509492 h 3202415"/>
                    <a:gd name="connsiteX13" fmla="*/ 2971800 w 2971837"/>
                    <a:gd name="connsiteY13" fmla="*/ 574262 h 3202415"/>
                    <a:gd name="connsiteX14" fmla="*/ 2971610 w 2971837"/>
                    <a:gd name="connsiteY14" fmla="*/ 3120295 h 3202415"/>
                    <a:gd name="connsiteX15" fmla="*/ 2971514 w 2971837"/>
                    <a:gd name="connsiteY15" fmla="*/ 3128582 h 3202415"/>
                    <a:gd name="connsiteX16" fmla="*/ 2961513 w 2971837"/>
                    <a:gd name="connsiteY16" fmla="*/ 3164015 h 3202415"/>
                    <a:gd name="connsiteX17" fmla="*/ 2890933 w 2971837"/>
                    <a:gd name="connsiteY17" fmla="*/ 3202400 h 3202415"/>
                    <a:gd name="connsiteX18" fmla="*/ 1150811 w 2971837"/>
                    <a:gd name="connsiteY18" fmla="*/ 3202400 h 3202415"/>
                    <a:gd name="connsiteX19" fmla="*/ 724090 w 2971837"/>
                    <a:gd name="connsiteY19" fmla="*/ 3202210 h 3202415"/>
                    <a:gd name="connsiteX20" fmla="*/ 692753 w 2971837"/>
                    <a:gd name="connsiteY20" fmla="*/ 3196876 h 3202415"/>
                    <a:gd name="connsiteX21" fmla="*/ 644462 w 2971837"/>
                    <a:gd name="connsiteY21" fmla="*/ 3121057 h 3202415"/>
                    <a:gd name="connsiteX22" fmla="*/ 645128 w 2971837"/>
                    <a:gd name="connsiteY22" fmla="*/ 2763870 h 3202415"/>
                    <a:gd name="connsiteX23" fmla="*/ 617982 w 2971837"/>
                    <a:gd name="connsiteY23" fmla="*/ 2711577 h 3202415"/>
                    <a:gd name="connsiteX24" fmla="*/ 327279 w 2971837"/>
                    <a:gd name="connsiteY24" fmla="*/ 2458403 h 3202415"/>
                    <a:gd name="connsiteX25" fmla="*/ 202883 w 2971837"/>
                    <a:gd name="connsiteY25" fmla="*/ 2307241 h 3202415"/>
                    <a:gd name="connsiteX26" fmla="*/ 72676 w 2971837"/>
                    <a:gd name="connsiteY26" fmla="*/ 2077974 h 3202415"/>
                    <a:gd name="connsiteX27" fmla="*/ 6477 w 2971837"/>
                    <a:gd name="connsiteY27" fmla="*/ 1833277 h 3202415"/>
                    <a:gd name="connsiteX28" fmla="*/ 191 w 2971837"/>
                    <a:gd name="connsiteY28" fmla="*/ 1769459 h 3202415"/>
                    <a:gd name="connsiteX29" fmla="*/ 795242 w 2971837"/>
                    <a:gd name="connsiteY29" fmla="*/ 1028129 h 3202415"/>
                    <a:gd name="connsiteX30" fmla="*/ 807815 w 2971837"/>
                    <a:gd name="connsiteY30" fmla="*/ 1028129 h 3202415"/>
                    <a:gd name="connsiteX31" fmla="*/ 1357027 w 2971837"/>
                    <a:gd name="connsiteY31" fmla="*/ 1028129 h 3202415"/>
                    <a:gd name="connsiteX32" fmla="*/ 1438466 w 2971837"/>
                    <a:gd name="connsiteY32" fmla="*/ 1109377 h 3202415"/>
                    <a:gd name="connsiteX33" fmla="*/ 1438466 w 2971837"/>
                    <a:gd name="connsiteY33" fmla="*/ 1737551 h 3202415"/>
                    <a:gd name="connsiteX34" fmla="*/ 1419320 w 2971837"/>
                    <a:gd name="connsiteY34" fmla="*/ 1911477 h 3202415"/>
                    <a:gd name="connsiteX35" fmla="*/ 1316260 w 2971837"/>
                    <a:gd name="connsiteY35" fmla="*/ 2180273 h 3202415"/>
                    <a:gd name="connsiteX36" fmla="*/ 1175671 w 2971837"/>
                    <a:gd name="connsiteY36" fmla="*/ 2385251 h 3202415"/>
                    <a:gd name="connsiteX37" fmla="*/ 1031748 w 2971837"/>
                    <a:gd name="connsiteY37" fmla="*/ 2538698 h 3202415"/>
                    <a:gd name="connsiteX38" fmla="*/ 801719 w 2971837"/>
                    <a:gd name="connsiteY38" fmla="*/ 2725198 h 3202415"/>
                    <a:gd name="connsiteX39" fmla="*/ 793813 w 2971837"/>
                    <a:gd name="connsiteY39" fmla="*/ 2740438 h 3202415"/>
                    <a:gd name="connsiteX40" fmla="*/ 793813 w 2971837"/>
                    <a:gd name="connsiteY40" fmla="*/ 3040475 h 3202415"/>
                    <a:gd name="connsiteX41" fmla="*/ 806672 w 2971837"/>
                    <a:gd name="connsiteY41" fmla="*/ 3052953 h 3202415"/>
                    <a:gd name="connsiteX42" fmla="*/ 2809589 w 2971837"/>
                    <a:gd name="connsiteY42" fmla="*/ 3052763 h 3202415"/>
                    <a:gd name="connsiteX43" fmla="*/ 2821686 w 2971837"/>
                    <a:gd name="connsiteY43" fmla="*/ 3052763 h 3202415"/>
                    <a:gd name="connsiteX44" fmla="*/ 2821686 w 2971837"/>
                    <a:gd name="connsiteY44" fmla="*/ 3039142 h 3202415"/>
                    <a:gd name="connsiteX45" fmla="*/ 2821686 w 2971837"/>
                    <a:gd name="connsiteY45" fmla="*/ 656082 h 3202415"/>
                    <a:gd name="connsiteX46" fmla="*/ 2807494 w 2971837"/>
                    <a:gd name="connsiteY46" fmla="*/ 642271 h 3202415"/>
                    <a:gd name="connsiteX47" fmla="*/ 2404586 w 2971837"/>
                    <a:gd name="connsiteY47" fmla="*/ 642271 h 3202415"/>
                    <a:gd name="connsiteX48" fmla="*/ 2342864 w 2971837"/>
                    <a:gd name="connsiteY48" fmla="*/ 610267 h 3202415"/>
                    <a:gd name="connsiteX49" fmla="*/ 2329434 w 2971837"/>
                    <a:gd name="connsiteY49" fmla="*/ 559118 h 3202415"/>
                    <a:gd name="connsiteX50" fmla="*/ 2329434 w 2971837"/>
                    <a:gd name="connsiteY50" fmla="*/ 164497 h 3202415"/>
                    <a:gd name="connsiteX51" fmla="*/ 2328767 w 2971837"/>
                    <a:gd name="connsiteY51" fmla="*/ 150114 h 3202415"/>
                    <a:gd name="connsiteX52" fmla="*/ 795242 w 2971837"/>
                    <a:gd name="connsiteY52" fmla="*/ 150114 h 3202415"/>
                    <a:gd name="connsiteX53" fmla="*/ 795242 w 2971837"/>
                    <a:gd name="connsiteY53" fmla="*/ 1028129 h 3202415"/>
                    <a:gd name="connsiteX54" fmla="*/ 719900 w 2971837"/>
                    <a:gd name="connsiteY54" fmla="*/ 1177576 h 3202415"/>
                    <a:gd name="connsiteX55" fmla="*/ 163354 w 2971837"/>
                    <a:gd name="connsiteY55" fmla="*/ 1177576 h 3202415"/>
                    <a:gd name="connsiteX56" fmla="*/ 149543 w 2971837"/>
                    <a:gd name="connsiteY56" fmla="*/ 1190720 h 3202415"/>
                    <a:gd name="connsiteX57" fmla="*/ 150019 w 2971837"/>
                    <a:gd name="connsiteY57" fmla="*/ 1736884 h 3202415"/>
                    <a:gd name="connsiteX58" fmla="*/ 160496 w 2971837"/>
                    <a:gd name="connsiteY58" fmla="*/ 1854422 h 3202415"/>
                    <a:gd name="connsiteX59" fmla="*/ 258318 w 2971837"/>
                    <a:gd name="connsiteY59" fmla="*/ 2120075 h 3202415"/>
                    <a:gd name="connsiteX60" fmla="*/ 442722 w 2971837"/>
                    <a:gd name="connsiteY60" fmla="*/ 2365534 h 3202415"/>
                    <a:gd name="connsiteX61" fmla="*/ 709327 w 2971837"/>
                    <a:gd name="connsiteY61" fmla="*/ 2594801 h 3202415"/>
                    <a:gd name="connsiteX62" fmla="*/ 729806 w 2971837"/>
                    <a:gd name="connsiteY62" fmla="*/ 2594324 h 3202415"/>
                    <a:gd name="connsiteX63" fmla="*/ 854393 w 2971837"/>
                    <a:gd name="connsiteY63" fmla="*/ 2498027 h 3202415"/>
                    <a:gd name="connsiteX64" fmla="*/ 1070801 w 2971837"/>
                    <a:gd name="connsiteY64" fmla="*/ 2279714 h 3202415"/>
                    <a:gd name="connsiteX65" fmla="*/ 1233107 w 2971837"/>
                    <a:gd name="connsiteY65" fmla="*/ 2010823 h 3202415"/>
                    <a:gd name="connsiteX66" fmla="*/ 1288828 w 2971837"/>
                    <a:gd name="connsiteY66" fmla="*/ 1740313 h 3202415"/>
                    <a:gd name="connsiteX67" fmla="*/ 1289018 w 2971837"/>
                    <a:gd name="connsiteY67" fmla="*/ 1191006 h 3202415"/>
                    <a:gd name="connsiteX68" fmla="*/ 1275398 w 2971837"/>
                    <a:gd name="connsiteY68" fmla="*/ 1177576 h 3202415"/>
                    <a:gd name="connsiteX69" fmla="*/ 719900 w 2971837"/>
                    <a:gd name="connsiteY69" fmla="*/ 1177576 h 3202415"/>
                    <a:gd name="connsiteX70" fmla="*/ 2480024 w 2971837"/>
                    <a:gd name="connsiteY70" fmla="*/ 492824 h 3202415"/>
                    <a:gd name="connsiteX71" fmla="*/ 2712720 w 2971837"/>
                    <a:gd name="connsiteY71" fmla="*/ 492824 h 3202415"/>
                    <a:gd name="connsiteX72" fmla="*/ 2480024 w 2971837"/>
                    <a:gd name="connsiteY72" fmla="*/ 262223 h 3202415"/>
                    <a:gd name="connsiteX73" fmla="*/ 2480024 w 2971837"/>
                    <a:gd name="connsiteY73" fmla="*/ 492824 h 32024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</a:cxnLst>
                  <a:rect l="l" t="t" r="r" b="b"/>
                  <a:pathLst>
                    <a:path w="2971837" h="3202415">
                      <a:moveTo>
                        <a:pt x="0" y="1769364"/>
                      </a:moveTo>
                      <a:cubicBezTo>
                        <a:pt x="0" y="1544384"/>
                        <a:pt x="0" y="1319403"/>
                        <a:pt x="0" y="1094423"/>
                      </a:cubicBezTo>
                      <a:cubicBezTo>
                        <a:pt x="476" y="1093470"/>
                        <a:pt x="1143" y="1092613"/>
                        <a:pt x="1238" y="1091660"/>
                      </a:cubicBezTo>
                      <a:cubicBezTo>
                        <a:pt x="6763" y="1053084"/>
                        <a:pt x="41624" y="1028129"/>
                        <a:pt x="80010" y="1028319"/>
                      </a:cubicBezTo>
                      <a:cubicBezTo>
                        <a:pt x="263462" y="1028986"/>
                        <a:pt x="446913" y="1028605"/>
                        <a:pt x="630269" y="1028605"/>
                      </a:cubicBezTo>
                      <a:lnTo>
                        <a:pt x="644366" y="1028605"/>
                      </a:lnTo>
                      <a:lnTo>
                        <a:pt x="644366" y="1012888"/>
                      </a:lnTo>
                      <a:cubicBezTo>
                        <a:pt x="644366" y="704183"/>
                        <a:pt x="644366" y="395383"/>
                        <a:pt x="644462" y="86678"/>
                      </a:cubicBezTo>
                      <a:cubicBezTo>
                        <a:pt x="644462" y="76391"/>
                        <a:pt x="644843" y="65723"/>
                        <a:pt x="647510" y="55912"/>
                      </a:cubicBezTo>
                      <a:cubicBezTo>
                        <a:pt x="656939" y="20669"/>
                        <a:pt x="685800" y="95"/>
                        <a:pt x="724090" y="95"/>
                      </a:cubicBezTo>
                      <a:cubicBezTo>
                        <a:pt x="1282351" y="95"/>
                        <a:pt x="1840611" y="95"/>
                        <a:pt x="2398871" y="0"/>
                      </a:cubicBezTo>
                      <a:cubicBezTo>
                        <a:pt x="2423446" y="0"/>
                        <a:pt x="2443639" y="8382"/>
                        <a:pt x="2460974" y="25718"/>
                      </a:cubicBezTo>
                      <a:cubicBezTo>
                        <a:pt x="2622137" y="187071"/>
                        <a:pt x="2783396" y="348425"/>
                        <a:pt x="2944845" y="509492"/>
                      </a:cubicBezTo>
                      <a:cubicBezTo>
                        <a:pt x="2963037" y="527685"/>
                        <a:pt x="2971800" y="548450"/>
                        <a:pt x="2971800" y="574262"/>
                      </a:cubicBezTo>
                      <a:cubicBezTo>
                        <a:pt x="2971610" y="1422940"/>
                        <a:pt x="2971610" y="2271617"/>
                        <a:pt x="2971610" y="3120295"/>
                      </a:cubicBezTo>
                      <a:cubicBezTo>
                        <a:pt x="2971610" y="3123057"/>
                        <a:pt x="2972181" y="3126010"/>
                        <a:pt x="2971514" y="3128582"/>
                      </a:cubicBezTo>
                      <a:cubicBezTo>
                        <a:pt x="2968466" y="3140488"/>
                        <a:pt x="2967228" y="3153442"/>
                        <a:pt x="2961513" y="3164015"/>
                      </a:cubicBezTo>
                      <a:cubicBezTo>
                        <a:pt x="2946654" y="3191447"/>
                        <a:pt x="2921699" y="3202400"/>
                        <a:pt x="2890933" y="3202400"/>
                      </a:cubicBezTo>
                      <a:cubicBezTo>
                        <a:pt x="2310860" y="3202305"/>
                        <a:pt x="1730788" y="3202400"/>
                        <a:pt x="1150811" y="3202400"/>
                      </a:cubicBezTo>
                      <a:cubicBezTo>
                        <a:pt x="1008602" y="3202400"/>
                        <a:pt x="866299" y="3202496"/>
                        <a:pt x="724090" y="3202210"/>
                      </a:cubicBezTo>
                      <a:cubicBezTo>
                        <a:pt x="713613" y="3202210"/>
                        <a:pt x="702374" y="3200686"/>
                        <a:pt x="692753" y="3196876"/>
                      </a:cubicBezTo>
                      <a:cubicBezTo>
                        <a:pt x="658940" y="3183350"/>
                        <a:pt x="644462" y="3156680"/>
                        <a:pt x="644462" y="3121057"/>
                      </a:cubicBezTo>
                      <a:cubicBezTo>
                        <a:pt x="644462" y="3001995"/>
                        <a:pt x="643604" y="2882932"/>
                        <a:pt x="645128" y="2763870"/>
                      </a:cubicBezTo>
                      <a:cubicBezTo>
                        <a:pt x="645414" y="2739295"/>
                        <a:pt x="637985" y="2725484"/>
                        <a:pt x="617982" y="2711577"/>
                      </a:cubicBezTo>
                      <a:cubicBezTo>
                        <a:pt x="511969" y="2637758"/>
                        <a:pt x="415385" y="2552891"/>
                        <a:pt x="327279" y="2458403"/>
                      </a:cubicBezTo>
                      <a:cubicBezTo>
                        <a:pt x="282702" y="2410587"/>
                        <a:pt x="240887" y="2360390"/>
                        <a:pt x="202883" y="2307241"/>
                      </a:cubicBezTo>
                      <a:cubicBezTo>
                        <a:pt x="151448" y="2235422"/>
                        <a:pt x="107061" y="2159508"/>
                        <a:pt x="72676" y="2077974"/>
                      </a:cubicBezTo>
                      <a:cubicBezTo>
                        <a:pt x="39529" y="1999393"/>
                        <a:pt x="16383" y="1918145"/>
                        <a:pt x="6477" y="1833277"/>
                      </a:cubicBezTo>
                      <a:cubicBezTo>
                        <a:pt x="4000" y="1812036"/>
                        <a:pt x="2286" y="1790795"/>
                        <a:pt x="191" y="1769459"/>
                      </a:cubicBezTo>
                      <a:close/>
                      <a:moveTo>
                        <a:pt x="795242" y="1028129"/>
                      </a:moveTo>
                      <a:lnTo>
                        <a:pt x="807815" y="1028129"/>
                      </a:lnTo>
                      <a:cubicBezTo>
                        <a:pt x="990886" y="1028129"/>
                        <a:pt x="1173956" y="1028129"/>
                        <a:pt x="1357027" y="1028129"/>
                      </a:cubicBezTo>
                      <a:cubicBezTo>
                        <a:pt x="1407319" y="1028129"/>
                        <a:pt x="1438466" y="1059180"/>
                        <a:pt x="1438466" y="1109377"/>
                      </a:cubicBezTo>
                      <a:cubicBezTo>
                        <a:pt x="1438466" y="1318736"/>
                        <a:pt x="1438561" y="1528191"/>
                        <a:pt x="1438466" y="1737551"/>
                      </a:cubicBezTo>
                      <a:cubicBezTo>
                        <a:pt x="1438466" y="1796129"/>
                        <a:pt x="1431703" y="1854137"/>
                        <a:pt x="1419320" y="1911477"/>
                      </a:cubicBezTo>
                      <a:cubicBezTo>
                        <a:pt x="1398746" y="2006346"/>
                        <a:pt x="1362932" y="2095405"/>
                        <a:pt x="1316260" y="2180273"/>
                      </a:cubicBezTo>
                      <a:cubicBezTo>
                        <a:pt x="1276160" y="2253234"/>
                        <a:pt x="1228630" y="2321243"/>
                        <a:pt x="1175671" y="2385251"/>
                      </a:cubicBezTo>
                      <a:cubicBezTo>
                        <a:pt x="1130903" y="2439353"/>
                        <a:pt x="1082897" y="2490407"/>
                        <a:pt x="1031748" y="2538698"/>
                      </a:cubicBezTo>
                      <a:cubicBezTo>
                        <a:pt x="959644" y="2606612"/>
                        <a:pt x="883063" y="2668905"/>
                        <a:pt x="801719" y="2725198"/>
                      </a:cubicBezTo>
                      <a:cubicBezTo>
                        <a:pt x="795814" y="2729294"/>
                        <a:pt x="793813" y="2733485"/>
                        <a:pt x="793813" y="2740438"/>
                      </a:cubicBezTo>
                      <a:cubicBezTo>
                        <a:pt x="794004" y="2840450"/>
                        <a:pt x="794099" y="2940463"/>
                        <a:pt x="793813" y="3040475"/>
                      </a:cubicBezTo>
                      <a:cubicBezTo>
                        <a:pt x="793813" y="3050667"/>
                        <a:pt x="796957" y="3052953"/>
                        <a:pt x="806672" y="3052953"/>
                      </a:cubicBezTo>
                      <a:cubicBezTo>
                        <a:pt x="1474280" y="3052763"/>
                        <a:pt x="2141887" y="3052763"/>
                        <a:pt x="2809589" y="3052763"/>
                      </a:cubicBezTo>
                      <a:lnTo>
                        <a:pt x="2821686" y="3052763"/>
                      </a:lnTo>
                      <a:lnTo>
                        <a:pt x="2821686" y="3039142"/>
                      </a:lnTo>
                      <a:cubicBezTo>
                        <a:pt x="2821686" y="2244757"/>
                        <a:pt x="2821686" y="1450467"/>
                        <a:pt x="2821686" y="656082"/>
                      </a:cubicBezTo>
                      <a:cubicBezTo>
                        <a:pt x="2821686" y="646874"/>
                        <a:pt x="2816952" y="642271"/>
                        <a:pt x="2807494" y="642271"/>
                      </a:cubicBezTo>
                      <a:cubicBezTo>
                        <a:pt x="2673191" y="642271"/>
                        <a:pt x="2538889" y="642271"/>
                        <a:pt x="2404586" y="642271"/>
                      </a:cubicBezTo>
                      <a:cubicBezTo>
                        <a:pt x="2378583" y="642271"/>
                        <a:pt x="2358295" y="631412"/>
                        <a:pt x="2342864" y="610267"/>
                      </a:cubicBezTo>
                      <a:cubicBezTo>
                        <a:pt x="2331625" y="594836"/>
                        <a:pt x="2329434" y="577406"/>
                        <a:pt x="2329434" y="559118"/>
                      </a:cubicBezTo>
                      <a:cubicBezTo>
                        <a:pt x="2329434" y="427577"/>
                        <a:pt x="2329434" y="296037"/>
                        <a:pt x="2329434" y="164497"/>
                      </a:cubicBezTo>
                      <a:cubicBezTo>
                        <a:pt x="2329434" y="159734"/>
                        <a:pt x="2328958" y="155067"/>
                        <a:pt x="2328767" y="150114"/>
                      </a:cubicBezTo>
                      <a:lnTo>
                        <a:pt x="795242" y="150114"/>
                      </a:lnTo>
                      <a:lnTo>
                        <a:pt x="795242" y="1028129"/>
                      </a:lnTo>
                      <a:close/>
                      <a:moveTo>
                        <a:pt x="719900" y="1177576"/>
                      </a:moveTo>
                      <a:cubicBezTo>
                        <a:pt x="534353" y="1177576"/>
                        <a:pt x="348901" y="1177576"/>
                        <a:pt x="163354" y="1177576"/>
                      </a:cubicBezTo>
                      <a:cubicBezTo>
                        <a:pt x="154210" y="1177576"/>
                        <a:pt x="149606" y="1181957"/>
                        <a:pt x="149543" y="1190720"/>
                      </a:cubicBezTo>
                      <a:cubicBezTo>
                        <a:pt x="149543" y="1372743"/>
                        <a:pt x="148971" y="1554861"/>
                        <a:pt x="150019" y="1736884"/>
                      </a:cubicBezTo>
                      <a:cubicBezTo>
                        <a:pt x="150209" y="1776127"/>
                        <a:pt x="154019" y="1815656"/>
                        <a:pt x="160496" y="1854422"/>
                      </a:cubicBezTo>
                      <a:cubicBezTo>
                        <a:pt x="176308" y="1948910"/>
                        <a:pt x="211169" y="2036826"/>
                        <a:pt x="258318" y="2120075"/>
                      </a:cubicBezTo>
                      <a:cubicBezTo>
                        <a:pt x="309182" y="2209895"/>
                        <a:pt x="371856" y="2290858"/>
                        <a:pt x="442722" y="2365534"/>
                      </a:cubicBezTo>
                      <a:cubicBezTo>
                        <a:pt x="523780" y="2450973"/>
                        <a:pt x="612934" y="2526983"/>
                        <a:pt x="709327" y="2594801"/>
                      </a:cubicBezTo>
                      <a:cubicBezTo>
                        <a:pt x="717613" y="2600611"/>
                        <a:pt x="722471" y="2599944"/>
                        <a:pt x="729806" y="2594324"/>
                      </a:cubicBezTo>
                      <a:cubicBezTo>
                        <a:pt x="771239" y="2562130"/>
                        <a:pt x="813911" y="2531364"/>
                        <a:pt x="854393" y="2498027"/>
                      </a:cubicBezTo>
                      <a:cubicBezTo>
                        <a:pt x="933831" y="2432685"/>
                        <a:pt x="1006126" y="2360009"/>
                        <a:pt x="1070801" y="2279714"/>
                      </a:cubicBezTo>
                      <a:cubicBezTo>
                        <a:pt x="1137095" y="2197418"/>
                        <a:pt x="1193292" y="2109121"/>
                        <a:pt x="1233107" y="2010823"/>
                      </a:cubicBezTo>
                      <a:cubicBezTo>
                        <a:pt x="1268254" y="1924145"/>
                        <a:pt x="1288542" y="1834134"/>
                        <a:pt x="1288828" y="1740313"/>
                      </a:cubicBezTo>
                      <a:cubicBezTo>
                        <a:pt x="1289399" y="1557242"/>
                        <a:pt x="1289018" y="1374077"/>
                        <a:pt x="1289018" y="1191006"/>
                      </a:cubicBezTo>
                      <a:cubicBezTo>
                        <a:pt x="1289018" y="1182053"/>
                        <a:pt x="1284475" y="1177576"/>
                        <a:pt x="1275398" y="1177576"/>
                      </a:cubicBezTo>
                      <a:cubicBezTo>
                        <a:pt x="1090232" y="1177576"/>
                        <a:pt x="905065" y="1177576"/>
                        <a:pt x="719900" y="1177576"/>
                      </a:cubicBezTo>
                      <a:close/>
                      <a:moveTo>
                        <a:pt x="2480024" y="492824"/>
                      </a:moveTo>
                      <a:lnTo>
                        <a:pt x="2712720" y="492824"/>
                      </a:lnTo>
                      <a:cubicBezTo>
                        <a:pt x="2634424" y="415290"/>
                        <a:pt x="2556605" y="338138"/>
                        <a:pt x="2480024" y="262223"/>
                      </a:cubicBezTo>
                      <a:lnTo>
                        <a:pt x="2480024" y="49282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EC79C33A-29CB-D50D-D8BD-2924177FB1EB}"/>
                    </a:ext>
                  </a:extLst>
                </p:cNvPr>
                <p:cNvSpPr/>
                <p:nvPr/>
              </p:nvSpPr>
              <p:spPr>
                <a:xfrm>
                  <a:off x="7090124" y="2091118"/>
                  <a:ext cx="232695" cy="230600"/>
                </a:xfrm>
                <a:custGeom>
                  <a:avLst/>
                  <a:gdLst>
                    <a:gd name="connsiteX0" fmla="*/ 0 w 232695"/>
                    <a:gd name="connsiteY0" fmla="*/ 230505 h 230600"/>
                    <a:gd name="connsiteX1" fmla="*/ 0 w 232695"/>
                    <a:gd name="connsiteY1" fmla="*/ 0 h 230600"/>
                    <a:gd name="connsiteX2" fmla="*/ 232696 w 232695"/>
                    <a:gd name="connsiteY2" fmla="*/ 230600 h 230600"/>
                    <a:gd name="connsiteX3" fmla="*/ 0 w 232695"/>
                    <a:gd name="connsiteY3" fmla="*/ 230600 h 230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2695" h="230600">
                      <a:moveTo>
                        <a:pt x="0" y="230505"/>
                      </a:moveTo>
                      <a:lnTo>
                        <a:pt x="0" y="0"/>
                      </a:lnTo>
                      <a:cubicBezTo>
                        <a:pt x="76581" y="75914"/>
                        <a:pt x="154496" y="152971"/>
                        <a:pt x="232696" y="230600"/>
                      </a:cubicBezTo>
                      <a:lnTo>
                        <a:pt x="0" y="2306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ADD2286E-43FC-6175-52CC-A884E2CDA2A0}"/>
                    </a:ext>
                  </a:extLst>
                </p:cNvPr>
                <p:cNvSpPr/>
                <p:nvPr/>
              </p:nvSpPr>
              <p:spPr>
                <a:xfrm>
                  <a:off x="6343859" y="3899534"/>
                  <a:ext cx="910781" cy="149161"/>
                </a:xfrm>
                <a:custGeom>
                  <a:avLst/>
                  <a:gdLst>
                    <a:gd name="connsiteX0" fmla="*/ 454991 w 910781"/>
                    <a:gd name="connsiteY0" fmla="*/ 149162 h 149161"/>
                    <a:gd name="connsiteX1" fmla="*/ 78182 w 910781"/>
                    <a:gd name="connsiteY1" fmla="*/ 149162 h 149161"/>
                    <a:gd name="connsiteX2" fmla="*/ 6173 w 910781"/>
                    <a:gd name="connsiteY2" fmla="*/ 45244 h 149161"/>
                    <a:gd name="connsiteX3" fmla="*/ 68276 w 910781"/>
                    <a:gd name="connsiteY3" fmla="*/ 286 h 149161"/>
                    <a:gd name="connsiteX4" fmla="*/ 77610 w 910781"/>
                    <a:gd name="connsiteY4" fmla="*/ 0 h 149161"/>
                    <a:gd name="connsiteX5" fmla="*/ 834276 w 910781"/>
                    <a:gd name="connsiteY5" fmla="*/ 0 h 149161"/>
                    <a:gd name="connsiteX6" fmla="*/ 910095 w 910781"/>
                    <a:gd name="connsiteY6" fmla="*/ 64961 h 149161"/>
                    <a:gd name="connsiteX7" fmla="*/ 835896 w 910781"/>
                    <a:gd name="connsiteY7" fmla="*/ 149162 h 149161"/>
                    <a:gd name="connsiteX8" fmla="*/ 454991 w 910781"/>
                    <a:gd name="connsiteY8" fmla="*/ 149162 h 149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781" h="149161">
                      <a:moveTo>
                        <a:pt x="454991" y="149162"/>
                      </a:moveTo>
                      <a:cubicBezTo>
                        <a:pt x="329356" y="149162"/>
                        <a:pt x="203816" y="149162"/>
                        <a:pt x="78182" y="149162"/>
                      </a:cubicBezTo>
                      <a:cubicBezTo>
                        <a:pt x="20841" y="149162"/>
                        <a:pt x="-15068" y="98298"/>
                        <a:pt x="6173" y="45244"/>
                      </a:cubicBezTo>
                      <a:cubicBezTo>
                        <a:pt x="17031" y="18193"/>
                        <a:pt x="39034" y="3429"/>
                        <a:pt x="68276" y="286"/>
                      </a:cubicBezTo>
                      <a:cubicBezTo>
                        <a:pt x="71324" y="0"/>
                        <a:pt x="74467" y="0"/>
                        <a:pt x="77610" y="0"/>
                      </a:cubicBezTo>
                      <a:cubicBezTo>
                        <a:pt x="329832" y="0"/>
                        <a:pt x="582054" y="0"/>
                        <a:pt x="834276" y="0"/>
                      </a:cubicBezTo>
                      <a:cubicBezTo>
                        <a:pt x="874281" y="0"/>
                        <a:pt x="904856" y="26670"/>
                        <a:pt x="910095" y="64961"/>
                      </a:cubicBezTo>
                      <a:cubicBezTo>
                        <a:pt x="916096" y="108680"/>
                        <a:pt x="881996" y="149162"/>
                        <a:pt x="835896" y="149162"/>
                      </a:cubicBezTo>
                      <a:cubicBezTo>
                        <a:pt x="708927" y="149162"/>
                        <a:pt x="581959" y="149162"/>
                        <a:pt x="454991" y="14916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474E0300-ED60-2167-3262-C830A9EFBF03}"/>
                    </a:ext>
                  </a:extLst>
                </p:cNvPr>
                <p:cNvSpPr/>
                <p:nvPr/>
              </p:nvSpPr>
              <p:spPr>
                <a:xfrm>
                  <a:off x="6343627" y="3417337"/>
                  <a:ext cx="911370" cy="149013"/>
                </a:xfrm>
                <a:custGeom>
                  <a:avLst/>
                  <a:gdLst>
                    <a:gd name="connsiteX0" fmla="*/ 455508 w 911370"/>
                    <a:gd name="connsiteY0" fmla="*/ 42 h 149013"/>
                    <a:gd name="connsiteX1" fmla="*/ 834413 w 911370"/>
                    <a:gd name="connsiteY1" fmla="*/ 42 h 149013"/>
                    <a:gd name="connsiteX2" fmla="*/ 910708 w 911370"/>
                    <a:gd name="connsiteY2" fmla="*/ 65670 h 149013"/>
                    <a:gd name="connsiteX3" fmla="*/ 851653 w 911370"/>
                    <a:gd name="connsiteY3" fmla="*/ 147204 h 149013"/>
                    <a:gd name="connsiteX4" fmla="*/ 830031 w 911370"/>
                    <a:gd name="connsiteY4" fmla="*/ 149013 h 149013"/>
                    <a:gd name="connsiteX5" fmla="*/ 78509 w 911370"/>
                    <a:gd name="connsiteY5" fmla="*/ 149013 h 149013"/>
                    <a:gd name="connsiteX6" fmla="*/ 1928 w 911370"/>
                    <a:gd name="connsiteY6" fmla="*/ 90625 h 149013"/>
                    <a:gd name="connsiteX7" fmla="*/ 73461 w 911370"/>
                    <a:gd name="connsiteY7" fmla="*/ 42 h 149013"/>
                    <a:gd name="connsiteX8" fmla="*/ 455508 w 911370"/>
                    <a:gd name="connsiteY8" fmla="*/ 42 h 149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1370" h="149013">
                      <a:moveTo>
                        <a:pt x="455508" y="42"/>
                      </a:moveTo>
                      <a:cubicBezTo>
                        <a:pt x="581810" y="42"/>
                        <a:pt x="708111" y="42"/>
                        <a:pt x="834413" y="42"/>
                      </a:cubicBezTo>
                      <a:cubicBezTo>
                        <a:pt x="875275" y="42"/>
                        <a:pt x="904898" y="25474"/>
                        <a:pt x="910708" y="65670"/>
                      </a:cubicBezTo>
                      <a:cubicBezTo>
                        <a:pt x="916042" y="102627"/>
                        <a:pt x="888515" y="140917"/>
                        <a:pt x="851653" y="147204"/>
                      </a:cubicBezTo>
                      <a:cubicBezTo>
                        <a:pt x="844509" y="148442"/>
                        <a:pt x="837270" y="149013"/>
                        <a:pt x="830031" y="149013"/>
                      </a:cubicBezTo>
                      <a:cubicBezTo>
                        <a:pt x="579524" y="149013"/>
                        <a:pt x="329016" y="149013"/>
                        <a:pt x="78509" y="149013"/>
                      </a:cubicBezTo>
                      <a:cubicBezTo>
                        <a:pt x="39456" y="149013"/>
                        <a:pt x="10310" y="126725"/>
                        <a:pt x="1928" y="90625"/>
                      </a:cubicBezTo>
                      <a:cubicBezTo>
                        <a:pt x="-8740" y="44715"/>
                        <a:pt x="26217" y="138"/>
                        <a:pt x="73461" y="42"/>
                      </a:cubicBezTo>
                      <a:cubicBezTo>
                        <a:pt x="200810" y="-53"/>
                        <a:pt x="328159" y="42"/>
                        <a:pt x="455508" y="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6F829B70-348E-4418-6279-371474234C0C}"/>
                    </a:ext>
                  </a:extLst>
                </p:cNvPr>
                <p:cNvSpPr/>
                <p:nvPr/>
              </p:nvSpPr>
              <p:spPr>
                <a:xfrm>
                  <a:off x="6343690" y="2933985"/>
                  <a:ext cx="911779" cy="149828"/>
                </a:xfrm>
                <a:custGeom>
                  <a:avLst/>
                  <a:gdLst>
                    <a:gd name="connsiteX0" fmla="*/ 455254 w 911779"/>
                    <a:gd name="connsiteY0" fmla="*/ 149828 h 149828"/>
                    <a:gd name="connsiteX1" fmla="*/ 80541 w 911779"/>
                    <a:gd name="connsiteY1" fmla="*/ 149828 h 149828"/>
                    <a:gd name="connsiteX2" fmla="*/ 10627 w 911779"/>
                    <a:gd name="connsiteY2" fmla="*/ 113443 h 149828"/>
                    <a:gd name="connsiteX3" fmla="*/ 62348 w 911779"/>
                    <a:gd name="connsiteY3" fmla="*/ 1810 h 149828"/>
                    <a:gd name="connsiteX4" fmla="*/ 88161 w 911779"/>
                    <a:gd name="connsiteY4" fmla="*/ 191 h 149828"/>
                    <a:gd name="connsiteX5" fmla="*/ 827301 w 911779"/>
                    <a:gd name="connsiteY5" fmla="*/ 0 h 149828"/>
                    <a:gd name="connsiteX6" fmla="*/ 894452 w 911779"/>
                    <a:gd name="connsiteY6" fmla="*/ 27908 h 149828"/>
                    <a:gd name="connsiteX7" fmla="*/ 905025 w 911779"/>
                    <a:gd name="connsiteY7" fmla="*/ 104775 h 149828"/>
                    <a:gd name="connsiteX8" fmla="*/ 843493 w 911779"/>
                    <a:gd name="connsiteY8" fmla="*/ 148971 h 149828"/>
                    <a:gd name="connsiteX9" fmla="*/ 825872 w 911779"/>
                    <a:gd name="connsiteY9" fmla="*/ 149542 h 149828"/>
                    <a:gd name="connsiteX10" fmla="*/ 455254 w 911779"/>
                    <a:gd name="connsiteY10" fmla="*/ 149542 h 149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11779" h="149828">
                      <a:moveTo>
                        <a:pt x="455254" y="149828"/>
                      </a:moveTo>
                      <a:cubicBezTo>
                        <a:pt x="330382" y="149828"/>
                        <a:pt x="205414" y="149733"/>
                        <a:pt x="80541" y="149828"/>
                      </a:cubicBezTo>
                      <a:cubicBezTo>
                        <a:pt x="50632" y="149828"/>
                        <a:pt x="27106" y="139255"/>
                        <a:pt x="10627" y="113443"/>
                      </a:cubicBezTo>
                      <a:cubicBezTo>
                        <a:pt x="-16805" y="70485"/>
                        <a:pt x="11866" y="8096"/>
                        <a:pt x="62348" y="1810"/>
                      </a:cubicBezTo>
                      <a:cubicBezTo>
                        <a:pt x="70921" y="762"/>
                        <a:pt x="79588" y="191"/>
                        <a:pt x="88161" y="191"/>
                      </a:cubicBezTo>
                      <a:cubicBezTo>
                        <a:pt x="334573" y="191"/>
                        <a:pt x="580889" y="191"/>
                        <a:pt x="827301" y="0"/>
                      </a:cubicBezTo>
                      <a:cubicBezTo>
                        <a:pt x="853781" y="0"/>
                        <a:pt x="877212" y="6382"/>
                        <a:pt x="894452" y="27908"/>
                      </a:cubicBezTo>
                      <a:cubicBezTo>
                        <a:pt x="913216" y="51340"/>
                        <a:pt x="916741" y="77915"/>
                        <a:pt x="905025" y="104775"/>
                      </a:cubicBezTo>
                      <a:cubicBezTo>
                        <a:pt x="893690" y="130874"/>
                        <a:pt x="872640" y="146304"/>
                        <a:pt x="843493" y="148971"/>
                      </a:cubicBezTo>
                      <a:cubicBezTo>
                        <a:pt x="837683" y="149447"/>
                        <a:pt x="831778" y="149542"/>
                        <a:pt x="825872" y="149542"/>
                      </a:cubicBezTo>
                      <a:cubicBezTo>
                        <a:pt x="702333" y="149542"/>
                        <a:pt x="578794" y="149542"/>
                        <a:pt x="455254" y="149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D0B575A1-3504-B7E0-1986-89CD7994BFF1}"/>
                    </a:ext>
                  </a:extLst>
                </p:cNvPr>
                <p:cNvSpPr/>
                <p:nvPr/>
              </p:nvSpPr>
              <p:spPr>
                <a:xfrm>
                  <a:off x="5024030" y="3340988"/>
                  <a:ext cx="648714" cy="567208"/>
                </a:xfrm>
                <a:custGeom>
                  <a:avLst/>
                  <a:gdLst>
                    <a:gd name="connsiteX0" fmla="*/ 249200 w 648714"/>
                    <a:gd name="connsiteY0" fmla="*/ 378619 h 567208"/>
                    <a:gd name="connsiteX1" fmla="*/ 372453 w 648714"/>
                    <a:gd name="connsiteY1" fmla="*/ 216408 h 567208"/>
                    <a:gd name="connsiteX2" fmla="*/ 511899 w 648714"/>
                    <a:gd name="connsiteY2" fmla="*/ 31814 h 567208"/>
                    <a:gd name="connsiteX3" fmla="*/ 642487 w 648714"/>
                    <a:gd name="connsiteY3" fmla="*/ 47340 h 567208"/>
                    <a:gd name="connsiteX4" fmla="*/ 634105 w 648714"/>
                    <a:gd name="connsiteY4" fmla="*/ 118110 h 567208"/>
                    <a:gd name="connsiteX5" fmla="*/ 464465 w 648714"/>
                    <a:gd name="connsiteY5" fmla="*/ 342138 h 567208"/>
                    <a:gd name="connsiteX6" fmla="*/ 319304 w 648714"/>
                    <a:gd name="connsiteY6" fmla="*/ 534067 h 567208"/>
                    <a:gd name="connsiteX7" fmla="*/ 201575 w 648714"/>
                    <a:gd name="connsiteY7" fmla="*/ 542735 h 567208"/>
                    <a:gd name="connsiteX8" fmla="*/ 25743 w 648714"/>
                    <a:gd name="connsiteY8" fmla="*/ 366332 h 567208"/>
                    <a:gd name="connsiteX9" fmla="*/ 2026 w 648714"/>
                    <a:gd name="connsiteY9" fmla="*/ 292989 h 567208"/>
                    <a:gd name="connsiteX10" fmla="*/ 54985 w 648714"/>
                    <a:gd name="connsiteY10" fmla="*/ 237744 h 567208"/>
                    <a:gd name="connsiteX11" fmla="*/ 126613 w 648714"/>
                    <a:gd name="connsiteY11" fmla="*/ 256318 h 567208"/>
                    <a:gd name="connsiteX12" fmla="*/ 243104 w 648714"/>
                    <a:gd name="connsiteY12" fmla="*/ 373190 h 567208"/>
                    <a:gd name="connsiteX13" fmla="*/ 249009 w 648714"/>
                    <a:gd name="connsiteY13" fmla="*/ 378619 h 56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48714" h="567208">
                      <a:moveTo>
                        <a:pt x="249200" y="378619"/>
                      </a:moveTo>
                      <a:cubicBezTo>
                        <a:pt x="290824" y="323850"/>
                        <a:pt x="331782" y="270225"/>
                        <a:pt x="372453" y="216408"/>
                      </a:cubicBezTo>
                      <a:cubicBezTo>
                        <a:pt x="419031" y="154877"/>
                        <a:pt x="465132" y="93155"/>
                        <a:pt x="511899" y="31814"/>
                      </a:cubicBezTo>
                      <a:cubicBezTo>
                        <a:pt x="548761" y="-16573"/>
                        <a:pt x="618389" y="-8477"/>
                        <a:pt x="642487" y="47340"/>
                      </a:cubicBezTo>
                      <a:cubicBezTo>
                        <a:pt x="653060" y="71724"/>
                        <a:pt x="650107" y="96774"/>
                        <a:pt x="634105" y="118110"/>
                      </a:cubicBezTo>
                      <a:cubicBezTo>
                        <a:pt x="577908" y="193072"/>
                        <a:pt x="521043" y="267462"/>
                        <a:pt x="464465" y="342138"/>
                      </a:cubicBezTo>
                      <a:cubicBezTo>
                        <a:pt x="415983" y="406051"/>
                        <a:pt x="367500" y="469964"/>
                        <a:pt x="319304" y="534067"/>
                      </a:cubicBezTo>
                      <a:cubicBezTo>
                        <a:pt x="288919" y="574548"/>
                        <a:pt x="237198" y="578549"/>
                        <a:pt x="201575" y="542735"/>
                      </a:cubicBezTo>
                      <a:cubicBezTo>
                        <a:pt x="142996" y="483870"/>
                        <a:pt x="84417" y="425006"/>
                        <a:pt x="25743" y="366332"/>
                      </a:cubicBezTo>
                      <a:cubicBezTo>
                        <a:pt x="5265" y="345853"/>
                        <a:pt x="-4546" y="321850"/>
                        <a:pt x="2026" y="292989"/>
                      </a:cubicBezTo>
                      <a:cubicBezTo>
                        <a:pt x="8598" y="264319"/>
                        <a:pt x="26791" y="245460"/>
                        <a:pt x="54985" y="237744"/>
                      </a:cubicBezTo>
                      <a:cubicBezTo>
                        <a:pt x="82036" y="230315"/>
                        <a:pt x="106611" y="236601"/>
                        <a:pt x="126613" y="256318"/>
                      </a:cubicBezTo>
                      <a:cubicBezTo>
                        <a:pt x="165761" y="294990"/>
                        <a:pt x="204337" y="334233"/>
                        <a:pt x="243104" y="373190"/>
                      </a:cubicBezTo>
                      <a:cubicBezTo>
                        <a:pt x="244818" y="374904"/>
                        <a:pt x="246628" y="376428"/>
                        <a:pt x="249009" y="37861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</p:grp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7226B74F-9293-F82E-8AB0-C32F2C661ACC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1755038" y="3853671"/>
                <a:ext cx="0" cy="3158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8A55583B-EAC4-0CB3-F445-9B3B3A658397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1238916" y="3741774"/>
                <a:ext cx="0" cy="3158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88CC7F70-ED6C-408D-FB09-9BC3E2D336B3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1483956" y="3535771"/>
                <a:ext cx="0" cy="1297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3EF1153-9660-A25D-DF1C-BB788F032906}"/>
              </a:ext>
            </a:extLst>
          </p:cNvPr>
          <p:cNvGrpSpPr/>
          <p:nvPr/>
        </p:nvGrpSpPr>
        <p:grpSpPr>
          <a:xfrm>
            <a:off x="802174" y="3206137"/>
            <a:ext cx="10795622" cy="625277"/>
            <a:chOff x="775429" y="3699123"/>
            <a:chExt cx="10795622" cy="625277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D1F8F03-2A9C-A4C7-4955-E2AE031D8295}"/>
                </a:ext>
              </a:extLst>
            </p:cNvPr>
            <p:cNvSpPr/>
            <p:nvPr/>
          </p:nvSpPr>
          <p:spPr>
            <a:xfrm>
              <a:off x="1406969" y="3747295"/>
              <a:ext cx="10164082" cy="5289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chemeClr val="bg2"/>
                  </a:solidFill>
                </a:rPr>
                <a:t>Identify underperforming hubs and inefficient delivery routes </a:t>
              </a: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775AF550-ECA6-7489-055D-20C67A220768}"/>
                </a:ext>
              </a:extLst>
            </p:cNvPr>
            <p:cNvGrpSpPr/>
            <p:nvPr/>
          </p:nvGrpSpPr>
          <p:grpSpPr>
            <a:xfrm rot="1800000">
              <a:off x="775429" y="3699123"/>
              <a:ext cx="552347" cy="625277"/>
              <a:chOff x="-1308680" y="3033525"/>
              <a:chExt cx="1128485" cy="1277487"/>
            </a:xfrm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EA909BB2-5752-1B91-70B7-83659EEE7324}"/>
                  </a:ext>
                </a:extLst>
              </p:cNvPr>
              <p:cNvGrpSpPr/>
              <p:nvPr/>
            </p:nvGrpSpPr>
            <p:grpSpPr>
              <a:xfrm>
                <a:off x="-1221098" y="3248580"/>
                <a:ext cx="953325" cy="1062432"/>
                <a:chOff x="-7276974" y="1433018"/>
                <a:chExt cx="3855910" cy="4297210"/>
              </a:xfrm>
            </p:grpSpPr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F8CFF500-3A3C-FE90-47B5-DCF684EE38B3}"/>
                    </a:ext>
                  </a:extLst>
                </p:cNvPr>
                <p:cNvSpPr/>
                <p:nvPr/>
              </p:nvSpPr>
              <p:spPr>
                <a:xfrm>
                  <a:off x="-6618221" y="2095294"/>
                  <a:ext cx="2539081" cy="3634934"/>
                </a:xfrm>
                <a:custGeom>
                  <a:avLst/>
                  <a:gdLst>
                    <a:gd name="connsiteX0" fmla="*/ 2491456 w 2539081"/>
                    <a:gd name="connsiteY0" fmla="*/ 1615059 h 3634930"/>
                    <a:gd name="connsiteX1" fmla="*/ 2539081 w 2539081"/>
                    <a:gd name="connsiteY1" fmla="*/ 1269587 h 3634930"/>
                    <a:gd name="connsiteX2" fmla="*/ 2439069 w 2539081"/>
                    <a:gd name="connsiteY2" fmla="*/ 774859 h 3634930"/>
                    <a:gd name="connsiteX3" fmla="*/ 2166463 w 2539081"/>
                    <a:gd name="connsiteY3" fmla="*/ 371094 h 3634930"/>
                    <a:gd name="connsiteX4" fmla="*/ 1762317 w 2539081"/>
                    <a:gd name="connsiteY4" fmla="*/ 99155 h 3634930"/>
                    <a:gd name="connsiteX5" fmla="*/ 1269589 w 2539081"/>
                    <a:gd name="connsiteY5" fmla="*/ 0 h 3634930"/>
                    <a:gd name="connsiteX6" fmla="*/ 1267494 w 2539081"/>
                    <a:gd name="connsiteY6" fmla="*/ 0 h 3634930"/>
                    <a:gd name="connsiteX7" fmla="*/ 773337 w 2539081"/>
                    <a:gd name="connsiteY7" fmla="*/ 100679 h 3634930"/>
                    <a:gd name="connsiteX8" fmla="*/ 370239 w 2539081"/>
                    <a:gd name="connsiteY8" fmla="*/ 373571 h 3634930"/>
                    <a:gd name="connsiteX9" fmla="*/ 98871 w 2539081"/>
                    <a:gd name="connsiteY9" fmla="*/ 777716 h 3634930"/>
                    <a:gd name="connsiteX10" fmla="*/ 2 w 2539081"/>
                    <a:gd name="connsiteY10" fmla="*/ 1272350 h 3634930"/>
                    <a:gd name="connsiteX11" fmla="*/ 48008 w 2539081"/>
                    <a:gd name="connsiteY11" fmla="*/ 1616964 h 3634930"/>
                    <a:gd name="connsiteX12" fmla="*/ 182215 w 2539081"/>
                    <a:gd name="connsiteY12" fmla="*/ 1925479 h 3634930"/>
                    <a:gd name="connsiteX13" fmla="*/ 656655 w 2539081"/>
                    <a:gd name="connsiteY13" fmla="*/ 2381917 h 3634930"/>
                    <a:gd name="connsiteX14" fmla="*/ 794101 w 2539081"/>
                    <a:gd name="connsiteY14" fmla="*/ 2615470 h 3634930"/>
                    <a:gd name="connsiteX15" fmla="*/ 794101 w 2539081"/>
                    <a:gd name="connsiteY15" fmla="*/ 3298603 h 3634930"/>
                    <a:gd name="connsiteX16" fmla="*/ 854109 w 2539081"/>
                    <a:gd name="connsiteY16" fmla="*/ 3358611 h 3634930"/>
                    <a:gd name="connsiteX17" fmla="*/ 938786 w 2539081"/>
                    <a:gd name="connsiteY17" fmla="*/ 3358611 h 3634930"/>
                    <a:gd name="connsiteX18" fmla="*/ 1032036 w 2539081"/>
                    <a:gd name="connsiteY18" fmla="*/ 3536347 h 3634930"/>
                    <a:gd name="connsiteX19" fmla="*/ 1269780 w 2539081"/>
                    <a:gd name="connsiteY19" fmla="*/ 3634931 h 3634930"/>
                    <a:gd name="connsiteX20" fmla="*/ 1507524 w 2539081"/>
                    <a:gd name="connsiteY20" fmla="*/ 3536347 h 3634930"/>
                    <a:gd name="connsiteX21" fmla="*/ 1600773 w 2539081"/>
                    <a:gd name="connsiteY21" fmla="*/ 3358611 h 3634930"/>
                    <a:gd name="connsiteX22" fmla="*/ 1685451 w 2539081"/>
                    <a:gd name="connsiteY22" fmla="*/ 3358611 h 3634930"/>
                    <a:gd name="connsiteX23" fmla="*/ 1745458 w 2539081"/>
                    <a:gd name="connsiteY23" fmla="*/ 3298603 h 3634930"/>
                    <a:gd name="connsiteX24" fmla="*/ 1745458 w 2539081"/>
                    <a:gd name="connsiteY24" fmla="*/ 2615470 h 3634930"/>
                    <a:gd name="connsiteX25" fmla="*/ 1882523 w 2539081"/>
                    <a:gd name="connsiteY25" fmla="*/ 2382298 h 3634930"/>
                    <a:gd name="connsiteX26" fmla="*/ 2357916 w 2539081"/>
                    <a:gd name="connsiteY26" fmla="*/ 1924717 h 3634930"/>
                    <a:gd name="connsiteX27" fmla="*/ 2491552 w 2539081"/>
                    <a:gd name="connsiteY27" fmla="*/ 1615154 h 3634930"/>
                    <a:gd name="connsiteX28" fmla="*/ 2491552 w 2539081"/>
                    <a:gd name="connsiteY28" fmla="*/ 1615154 h 3634930"/>
                    <a:gd name="connsiteX29" fmla="*/ 1269303 w 2539081"/>
                    <a:gd name="connsiteY29" fmla="*/ 3514630 h 3634930"/>
                    <a:gd name="connsiteX30" fmla="*/ 1061563 w 2539081"/>
                    <a:gd name="connsiteY30" fmla="*/ 3358515 h 3634930"/>
                    <a:gd name="connsiteX31" fmla="*/ 1477044 w 2539081"/>
                    <a:gd name="connsiteY31" fmla="*/ 3358515 h 3634930"/>
                    <a:gd name="connsiteX32" fmla="*/ 1269303 w 2539081"/>
                    <a:gd name="connsiteY32" fmla="*/ 3514630 h 3634930"/>
                    <a:gd name="connsiteX33" fmla="*/ 1269303 w 2539081"/>
                    <a:gd name="connsiteY33" fmla="*/ 3514630 h 3634930"/>
                    <a:gd name="connsiteX34" fmla="*/ 1624777 w 2539081"/>
                    <a:gd name="connsiteY34" fmla="*/ 3238500 h 3634930"/>
                    <a:gd name="connsiteX35" fmla="*/ 913735 w 2539081"/>
                    <a:gd name="connsiteY35" fmla="*/ 3238500 h 3634930"/>
                    <a:gd name="connsiteX36" fmla="*/ 913735 w 2539081"/>
                    <a:gd name="connsiteY36" fmla="*/ 3021521 h 3634930"/>
                    <a:gd name="connsiteX37" fmla="*/ 1624777 w 2539081"/>
                    <a:gd name="connsiteY37" fmla="*/ 3021521 h 3634930"/>
                    <a:gd name="connsiteX38" fmla="*/ 1624777 w 2539081"/>
                    <a:gd name="connsiteY38" fmla="*/ 3238500 h 3634930"/>
                    <a:gd name="connsiteX39" fmla="*/ 1624777 w 2539081"/>
                    <a:gd name="connsiteY39" fmla="*/ 2901506 h 3634930"/>
                    <a:gd name="connsiteX40" fmla="*/ 913735 w 2539081"/>
                    <a:gd name="connsiteY40" fmla="*/ 2901506 h 3634930"/>
                    <a:gd name="connsiteX41" fmla="*/ 913735 w 2539081"/>
                    <a:gd name="connsiteY41" fmla="*/ 2675382 h 3634930"/>
                    <a:gd name="connsiteX42" fmla="*/ 1624777 w 2539081"/>
                    <a:gd name="connsiteY42" fmla="*/ 2675382 h 3634930"/>
                    <a:gd name="connsiteX43" fmla="*/ 1624777 w 2539081"/>
                    <a:gd name="connsiteY43" fmla="*/ 2901506 h 3634930"/>
                    <a:gd name="connsiteX44" fmla="*/ 964694 w 2539081"/>
                    <a:gd name="connsiteY44" fmla="*/ 1474280 h 3634930"/>
                    <a:gd name="connsiteX45" fmla="*/ 780099 w 2539081"/>
                    <a:gd name="connsiteY45" fmla="*/ 1474280 h 3634930"/>
                    <a:gd name="connsiteX46" fmla="*/ 595505 w 2539081"/>
                    <a:gd name="connsiteY46" fmla="*/ 1289685 h 3634930"/>
                    <a:gd name="connsiteX47" fmla="*/ 780099 w 2539081"/>
                    <a:gd name="connsiteY47" fmla="*/ 1105091 h 3634930"/>
                    <a:gd name="connsiteX48" fmla="*/ 964694 w 2539081"/>
                    <a:gd name="connsiteY48" fmla="*/ 1289685 h 3634930"/>
                    <a:gd name="connsiteX49" fmla="*/ 964694 w 2539081"/>
                    <a:gd name="connsiteY49" fmla="*/ 1474280 h 3634930"/>
                    <a:gd name="connsiteX50" fmla="*/ 1084709 w 2539081"/>
                    <a:gd name="connsiteY50" fmla="*/ 2555177 h 3634930"/>
                    <a:gd name="connsiteX51" fmla="*/ 1084709 w 2539081"/>
                    <a:gd name="connsiteY51" fmla="*/ 1594104 h 3634930"/>
                    <a:gd name="connsiteX52" fmla="*/ 1453803 w 2539081"/>
                    <a:gd name="connsiteY52" fmla="*/ 1594104 h 3634930"/>
                    <a:gd name="connsiteX53" fmla="*/ 1453803 w 2539081"/>
                    <a:gd name="connsiteY53" fmla="*/ 2555177 h 3634930"/>
                    <a:gd name="connsiteX54" fmla="*/ 1084709 w 2539081"/>
                    <a:gd name="connsiteY54" fmla="*/ 2555177 h 3634930"/>
                    <a:gd name="connsiteX55" fmla="*/ 1823849 w 2539081"/>
                    <a:gd name="connsiteY55" fmla="*/ 2276856 h 3634930"/>
                    <a:gd name="connsiteX56" fmla="*/ 1629444 w 2539081"/>
                    <a:gd name="connsiteY56" fmla="*/ 2555177 h 3634930"/>
                    <a:gd name="connsiteX57" fmla="*/ 1573818 w 2539081"/>
                    <a:gd name="connsiteY57" fmla="*/ 2555177 h 3634930"/>
                    <a:gd name="connsiteX58" fmla="*/ 1573818 w 2539081"/>
                    <a:gd name="connsiteY58" fmla="*/ 1594104 h 3634930"/>
                    <a:gd name="connsiteX59" fmla="*/ 1758412 w 2539081"/>
                    <a:gd name="connsiteY59" fmla="*/ 1594104 h 3634930"/>
                    <a:gd name="connsiteX60" fmla="*/ 1973772 w 2539081"/>
                    <a:gd name="connsiteY60" fmla="*/ 1504855 h 3634930"/>
                    <a:gd name="connsiteX61" fmla="*/ 2063022 w 2539081"/>
                    <a:gd name="connsiteY61" fmla="*/ 1289495 h 3634930"/>
                    <a:gd name="connsiteX62" fmla="*/ 1973772 w 2539081"/>
                    <a:gd name="connsiteY62" fmla="*/ 1074134 h 3634930"/>
                    <a:gd name="connsiteX63" fmla="*/ 1758412 w 2539081"/>
                    <a:gd name="connsiteY63" fmla="*/ 984885 h 3634930"/>
                    <a:gd name="connsiteX64" fmla="*/ 1543052 w 2539081"/>
                    <a:gd name="connsiteY64" fmla="*/ 1074134 h 3634930"/>
                    <a:gd name="connsiteX65" fmla="*/ 1453803 w 2539081"/>
                    <a:gd name="connsiteY65" fmla="*/ 1289495 h 3634930"/>
                    <a:gd name="connsiteX66" fmla="*/ 1453803 w 2539081"/>
                    <a:gd name="connsiteY66" fmla="*/ 1474089 h 3634930"/>
                    <a:gd name="connsiteX67" fmla="*/ 1084709 w 2539081"/>
                    <a:gd name="connsiteY67" fmla="*/ 1474089 h 3634930"/>
                    <a:gd name="connsiteX68" fmla="*/ 1084709 w 2539081"/>
                    <a:gd name="connsiteY68" fmla="*/ 1289495 h 3634930"/>
                    <a:gd name="connsiteX69" fmla="*/ 995460 w 2539081"/>
                    <a:gd name="connsiteY69" fmla="*/ 1074134 h 3634930"/>
                    <a:gd name="connsiteX70" fmla="*/ 780099 w 2539081"/>
                    <a:gd name="connsiteY70" fmla="*/ 984885 h 3634930"/>
                    <a:gd name="connsiteX71" fmla="*/ 564739 w 2539081"/>
                    <a:gd name="connsiteY71" fmla="*/ 1074134 h 3634930"/>
                    <a:gd name="connsiteX72" fmla="*/ 475490 w 2539081"/>
                    <a:gd name="connsiteY72" fmla="*/ 1289495 h 3634930"/>
                    <a:gd name="connsiteX73" fmla="*/ 564739 w 2539081"/>
                    <a:gd name="connsiteY73" fmla="*/ 1504855 h 3634930"/>
                    <a:gd name="connsiteX74" fmla="*/ 780099 w 2539081"/>
                    <a:gd name="connsiteY74" fmla="*/ 1594104 h 3634930"/>
                    <a:gd name="connsiteX75" fmla="*/ 964694 w 2539081"/>
                    <a:gd name="connsiteY75" fmla="*/ 1594104 h 3634930"/>
                    <a:gd name="connsiteX76" fmla="*/ 964694 w 2539081"/>
                    <a:gd name="connsiteY76" fmla="*/ 2555177 h 3634930"/>
                    <a:gd name="connsiteX77" fmla="*/ 909068 w 2539081"/>
                    <a:gd name="connsiteY77" fmla="*/ 2555177 h 3634930"/>
                    <a:gd name="connsiteX78" fmla="*/ 714282 w 2539081"/>
                    <a:gd name="connsiteY78" fmla="*/ 2276570 h 3634930"/>
                    <a:gd name="connsiteX79" fmla="*/ 119541 w 2539081"/>
                    <a:gd name="connsiteY79" fmla="*/ 1271778 h 3634930"/>
                    <a:gd name="connsiteX80" fmla="*/ 454630 w 2539081"/>
                    <a:gd name="connsiteY80" fmla="*/ 457962 h 3634930"/>
                    <a:gd name="connsiteX81" fmla="*/ 1267113 w 2539081"/>
                    <a:gd name="connsiteY81" fmla="*/ 119825 h 3634930"/>
                    <a:gd name="connsiteX82" fmla="*/ 1269113 w 2539081"/>
                    <a:gd name="connsiteY82" fmla="*/ 119825 h 3634930"/>
                    <a:gd name="connsiteX83" fmla="*/ 2081310 w 2539081"/>
                    <a:gd name="connsiteY83" fmla="*/ 455867 h 3634930"/>
                    <a:gd name="connsiteX84" fmla="*/ 2418685 w 2539081"/>
                    <a:gd name="connsiteY84" fmla="*/ 1269397 h 3634930"/>
                    <a:gd name="connsiteX85" fmla="*/ 1823849 w 2539081"/>
                    <a:gd name="connsiteY85" fmla="*/ 2276856 h 3634930"/>
                    <a:gd name="connsiteX86" fmla="*/ 1823849 w 2539081"/>
                    <a:gd name="connsiteY86" fmla="*/ 2276856 h 3634930"/>
                    <a:gd name="connsiteX87" fmla="*/ 1573818 w 2539081"/>
                    <a:gd name="connsiteY87" fmla="*/ 1474184 h 3634930"/>
                    <a:gd name="connsiteX88" fmla="*/ 1573818 w 2539081"/>
                    <a:gd name="connsiteY88" fmla="*/ 1289590 h 3634930"/>
                    <a:gd name="connsiteX89" fmla="*/ 1758412 w 2539081"/>
                    <a:gd name="connsiteY89" fmla="*/ 1104995 h 3634930"/>
                    <a:gd name="connsiteX90" fmla="*/ 1943007 w 2539081"/>
                    <a:gd name="connsiteY90" fmla="*/ 1289590 h 3634930"/>
                    <a:gd name="connsiteX91" fmla="*/ 1758412 w 2539081"/>
                    <a:gd name="connsiteY91" fmla="*/ 1474184 h 3634930"/>
                    <a:gd name="connsiteX92" fmla="*/ 1573818 w 2539081"/>
                    <a:gd name="connsiteY92" fmla="*/ 1474184 h 3634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2539081" h="3634930">
                      <a:moveTo>
                        <a:pt x="2491456" y="1615059"/>
                      </a:moveTo>
                      <a:cubicBezTo>
                        <a:pt x="2523079" y="1503140"/>
                        <a:pt x="2539081" y="1386935"/>
                        <a:pt x="2539081" y="1269587"/>
                      </a:cubicBezTo>
                      <a:cubicBezTo>
                        <a:pt x="2539081" y="1097947"/>
                        <a:pt x="2505458" y="931545"/>
                        <a:pt x="2439069" y="774859"/>
                      </a:cubicBezTo>
                      <a:cubicBezTo>
                        <a:pt x="2374965" y="623507"/>
                        <a:pt x="2283335" y="487585"/>
                        <a:pt x="2166463" y="371094"/>
                      </a:cubicBezTo>
                      <a:cubicBezTo>
                        <a:pt x="2049591" y="254603"/>
                        <a:pt x="1913670" y="162973"/>
                        <a:pt x="1762317" y="99155"/>
                      </a:cubicBezTo>
                      <a:cubicBezTo>
                        <a:pt x="1606203" y="33338"/>
                        <a:pt x="1440372" y="0"/>
                        <a:pt x="1269589" y="0"/>
                      </a:cubicBezTo>
                      <a:lnTo>
                        <a:pt x="1267494" y="0"/>
                      </a:lnTo>
                      <a:cubicBezTo>
                        <a:pt x="1096044" y="286"/>
                        <a:pt x="929737" y="34195"/>
                        <a:pt x="773337" y="100679"/>
                      </a:cubicBezTo>
                      <a:cubicBezTo>
                        <a:pt x="622270" y="164973"/>
                        <a:pt x="486634" y="256699"/>
                        <a:pt x="370239" y="373571"/>
                      </a:cubicBezTo>
                      <a:cubicBezTo>
                        <a:pt x="253843" y="490442"/>
                        <a:pt x="162594" y="626364"/>
                        <a:pt x="98871" y="777716"/>
                      </a:cubicBezTo>
                      <a:cubicBezTo>
                        <a:pt x="33054" y="934403"/>
                        <a:pt x="-284" y="1100804"/>
                        <a:pt x="2" y="1272350"/>
                      </a:cubicBezTo>
                      <a:cubicBezTo>
                        <a:pt x="288" y="1389412"/>
                        <a:pt x="16385" y="1505331"/>
                        <a:pt x="48008" y="1616964"/>
                      </a:cubicBezTo>
                      <a:cubicBezTo>
                        <a:pt x="78678" y="1725168"/>
                        <a:pt x="123827" y="1828990"/>
                        <a:pt x="182215" y="1925479"/>
                      </a:cubicBezTo>
                      <a:cubicBezTo>
                        <a:pt x="297563" y="2116360"/>
                        <a:pt x="461583" y="2274189"/>
                        <a:pt x="656655" y="2381917"/>
                      </a:cubicBezTo>
                      <a:cubicBezTo>
                        <a:pt x="741428" y="2428685"/>
                        <a:pt x="794101" y="2518220"/>
                        <a:pt x="794101" y="2615470"/>
                      </a:cubicBezTo>
                      <a:lnTo>
                        <a:pt x="794101" y="3298603"/>
                      </a:lnTo>
                      <a:cubicBezTo>
                        <a:pt x="794101" y="3331750"/>
                        <a:pt x="820866" y="3358611"/>
                        <a:pt x="854109" y="3358611"/>
                      </a:cubicBezTo>
                      <a:lnTo>
                        <a:pt x="938786" y="3358611"/>
                      </a:lnTo>
                      <a:cubicBezTo>
                        <a:pt x="950787" y="3425571"/>
                        <a:pt x="982791" y="3487293"/>
                        <a:pt x="1032036" y="3536347"/>
                      </a:cubicBezTo>
                      <a:cubicBezTo>
                        <a:pt x="1095472" y="3599783"/>
                        <a:pt x="1179959" y="3634931"/>
                        <a:pt x="1269780" y="3634931"/>
                      </a:cubicBezTo>
                      <a:cubicBezTo>
                        <a:pt x="1359600" y="3634931"/>
                        <a:pt x="1444087" y="3599974"/>
                        <a:pt x="1507524" y="3536347"/>
                      </a:cubicBezTo>
                      <a:cubicBezTo>
                        <a:pt x="1556578" y="3487293"/>
                        <a:pt x="1588772" y="3425571"/>
                        <a:pt x="1600773" y="3358611"/>
                      </a:cubicBezTo>
                      <a:lnTo>
                        <a:pt x="1685451" y="3358611"/>
                      </a:lnTo>
                      <a:cubicBezTo>
                        <a:pt x="1718598" y="3358611"/>
                        <a:pt x="1745458" y="3331845"/>
                        <a:pt x="1745458" y="3298603"/>
                      </a:cubicBezTo>
                      <a:lnTo>
                        <a:pt x="1745458" y="2615470"/>
                      </a:lnTo>
                      <a:cubicBezTo>
                        <a:pt x="1745458" y="2518220"/>
                        <a:pt x="1798036" y="2428875"/>
                        <a:pt x="1882523" y="2382298"/>
                      </a:cubicBezTo>
                      <a:cubicBezTo>
                        <a:pt x="2078166" y="2274475"/>
                        <a:pt x="2242473" y="2116074"/>
                        <a:pt x="2357916" y="1924717"/>
                      </a:cubicBezTo>
                      <a:cubicBezTo>
                        <a:pt x="2415732" y="1827848"/>
                        <a:pt x="2460786" y="1723739"/>
                        <a:pt x="2491552" y="1615154"/>
                      </a:cubicBezTo>
                      <a:lnTo>
                        <a:pt x="2491552" y="1615154"/>
                      </a:lnTo>
                      <a:close/>
                      <a:moveTo>
                        <a:pt x="1269303" y="3514630"/>
                      </a:moveTo>
                      <a:cubicBezTo>
                        <a:pt x="1170910" y="3514630"/>
                        <a:pt x="1087662" y="3448431"/>
                        <a:pt x="1061563" y="3358515"/>
                      </a:cubicBezTo>
                      <a:lnTo>
                        <a:pt x="1477044" y="3358515"/>
                      </a:lnTo>
                      <a:cubicBezTo>
                        <a:pt x="1450945" y="3448622"/>
                        <a:pt x="1367697" y="3514630"/>
                        <a:pt x="1269303" y="3514630"/>
                      </a:cubicBezTo>
                      <a:lnTo>
                        <a:pt x="1269303" y="3514630"/>
                      </a:lnTo>
                      <a:close/>
                      <a:moveTo>
                        <a:pt x="1624777" y="3238500"/>
                      </a:moveTo>
                      <a:lnTo>
                        <a:pt x="913735" y="3238500"/>
                      </a:lnTo>
                      <a:lnTo>
                        <a:pt x="913735" y="3021521"/>
                      </a:lnTo>
                      <a:lnTo>
                        <a:pt x="1624777" y="3021521"/>
                      </a:lnTo>
                      <a:lnTo>
                        <a:pt x="1624777" y="3238500"/>
                      </a:lnTo>
                      <a:close/>
                      <a:moveTo>
                        <a:pt x="1624777" y="2901506"/>
                      </a:moveTo>
                      <a:lnTo>
                        <a:pt x="913735" y="2901506"/>
                      </a:lnTo>
                      <a:lnTo>
                        <a:pt x="913735" y="2675382"/>
                      </a:lnTo>
                      <a:lnTo>
                        <a:pt x="1624777" y="2675382"/>
                      </a:lnTo>
                      <a:lnTo>
                        <a:pt x="1624777" y="2901506"/>
                      </a:lnTo>
                      <a:close/>
                      <a:moveTo>
                        <a:pt x="964694" y="1474280"/>
                      </a:moveTo>
                      <a:lnTo>
                        <a:pt x="780099" y="1474280"/>
                      </a:lnTo>
                      <a:cubicBezTo>
                        <a:pt x="678372" y="1474280"/>
                        <a:pt x="595505" y="1391412"/>
                        <a:pt x="595505" y="1289685"/>
                      </a:cubicBezTo>
                      <a:cubicBezTo>
                        <a:pt x="595505" y="1187958"/>
                        <a:pt x="678372" y="1105091"/>
                        <a:pt x="780099" y="1105091"/>
                      </a:cubicBezTo>
                      <a:cubicBezTo>
                        <a:pt x="881826" y="1105091"/>
                        <a:pt x="964694" y="1187958"/>
                        <a:pt x="964694" y="1289685"/>
                      </a:cubicBezTo>
                      <a:lnTo>
                        <a:pt x="964694" y="1474280"/>
                      </a:lnTo>
                      <a:close/>
                      <a:moveTo>
                        <a:pt x="1084709" y="2555177"/>
                      </a:moveTo>
                      <a:lnTo>
                        <a:pt x="1084709" y="1594104"/>
                      </a:lnTo>
                      <a:lnTo>
                        <a:pt x="1453803" y="1594104"/>
                      </a:lnTo>
                      <a:lnTo>
                        <a:pt x="1453803" y="2555177"/>
                      </a:lnTo>
                      <a:lnTo>
                        <a:pt x="1084709" y="2555177"/>
                      </a:lnTo>
                      <a:close/>
                      <a:moveTo>
                        <a:pt x="1823849" y="2276856"/>
                      </a:moveTo>
                      <a:cubicBezTo>
                        <a:pt x="1718788" y="2334863"/>
                        <a:pt x="1647732" y="2438210"/>
                        <a:pt x="1629444" y="2555177"/>
                      </a:cubicBezTo>
                      <a:lnTo>
                        <a:pt x="1573818" y="2555177"/>
                      </a:lnTo>
                      <a:lnTo>
                        <a:pt x="1573818" y="1594104"/>
                      </a:lnTo>
                      <a:lnTo>
                        <a:pt x="1758412" y="1594104"/>
                      </a:lnTo>
                      <a:cubicBezTo>
                        <a:pt x="1839756" y="1594104"/>
                        <a:pt x="1916241" y="1562386"/>
                        <a:pt x="1973772" y="1504855"/>
                      </a:cubicBezTo>
                      <a:cubicBezTo>
                        <a:pt x="2031303" y="1447324"/>
                        <a:pt x="2063022" y="1370838"/>
                        <a:pt x="2063022" y="1289495"/>
                      </a:cubicBezTo>
                      <a:cubicBezTo>
                        <a:pt x="2063022" y="1208151"/>
                        <a:pt x="2031303" y="1131665"/>
                        <a:pt x="1973772" y="1074134"/>
                      </a:cubicBezTo>
                      <a:cubicBezTo>
                        <a:pt x="1916241" y="1016603"/>
                        <a:pt x="1839756" y="984885"/>
                        <a:pt x="1758412" y="984885"/>
                      </a:cubicBezTo>
                      <a:cubicBezTo>
                        <a:pt x="1677069" y="984885"/>
                        <a:pt x="1600583" y="1016603"/>
                        <a:pt x="1543052" y="1074134"/>
                      </a:cubicBezTo>
                      <a:cubicBezTo>
                        <a:pt x="1485521" y="1131665"/>
                        <a:pt x="1453803" y="1208151"/>
                        <a:pt x="1453803" y="1289495"/>
                      </a:cubicBezTo>
                      <a:lnTo>
                        <a:pt x="1453803" y="1474089"/>
                      </a:lnTo>
                      <a:lnTo>
                        <a:pt x="1084709" y="1474089"/>
                      </a:lnTo>
                      <a:lnTo>
                        <a:pt x="1084709" y="1289495"/>
                      </a:lnTo>
                      <a:cubicBezTo>
                        <a:pt x="1084709" y="1208151"/>
                        <a:pt x="1052991" y="1131665"/>
                        <a:pt x="995460" y="1074134"/>
                      </a:cubicBezTo>
                      <a:cubicBezTo>
                        <a:pt x="937929" y="1016603"/>
                        <a:pt x="861443" y="984885"/>
                        <a:pt x="780099" y="984885"/>
                      </a:cubicBezTo>
                      <a:cubicBezTo>
                        <a:pt x="698756" y="984885"/>
                        <a:pt x="622270" y="1016603"/>
                        <a:pt x="564739" y="1074134"/>
                      </a:cubicBezTo>
                      <a:cubicBezTo>
                        <a:pt x="507208" y="1131665"/>
                        <a:pt x="475490" y="1208151"/>
                        <a:pt x="475490" y="1289495"/>
                      </a:cubicBezTo>
                      <a:cubicBezTo>
                        <a:pt x="475490" y="1370838"/>
                        <a:pt x="507208" y="1447324"/>
                        <a:pt x="564739" y="1504855"/>
                      </a:cubicBezTo>
                      <a:cubicBezTo>
                        <a:pt x="622270" y="1562386"/>
                        <a:pt x="698756" y="1594104"/>
                        <a:pt x="780099" y="1594104"/>
                      </a:cubicBezTo>
                      <a:lnTo>
                        <a:pt x="964694" y="1594104"/>
                      </a:lnTo>
                      <a:lnTo>
                        <a:pt x="964694" y="2555177"/>
                      </a:lnTo>
                      <a:lnTo>
                        <a:pt x="909068" y="2555177"/>
                      </a:lnTo>
                      <a:cubicBezTo>
                        <a:pt x="890780" y="2438210"/>
                        <a:pt x="819628" y="2334863"/>
                        <a:pt x="714282" y="2276570"/>
                      </a:cubicBezTo>
                      <a:cubicBezTo>
                        <a:pt x="348236" y="2074450"/>
                        <a:pt x="120493" y="1689449"/>
                        <a:pt x="119541" y="1271778"/>
                      </a:cubicBezTo>
                      <a:cubicBezTo>
                        <a:pt x="118874" y="964501"/>
                        <a:pt x="237936" y="675418"/>
                        <a:pt x="454630" y="457962"/>
                      </a:cubicBezTo>
                      <a:cubicBezTo>
                        <a:pt x="671324" y="240411"/>
                        <a:pt x="959931" y="120301"/>
                        <a:pt x="1267113" y="119825"/>
                      </a:cubicBezTo>
                      <a:lnTo>
                        <a:pt x="1269113" y="119825"/>
                      </a:lnTo>
                      <a:cubicBezTo>
                        <a:pt x="1575818" y="119825"/>
                        <a:pt x="1864235" y="239173"/>
                        <a:pt x="2081310" y="455867"/>
                      </a:cubicBezTo>
                      <a:cubicBezTo>
                        <a:pt x="2298956" y="673037"/>
                        <a:pt x="2418685" y="962120"/>
                        <a:pt x="2418685" y="1269397"/>
                      </a:cubicBezTo>
                      <a:cubicBezTo>
                        <a:pt x="2418876" y="1688306"/>
                        <a:pt x="2190942" y="2074259"/>
                        <a:pt x="1823849" y="2276856"/>
                      </a:cubicBezTo>
                      <a:lnTo>
                        <a:pt x="1823849" y="2276856"/>
                      </a:lnTo>
                      <a:close/>
                      <a:moveTo>
                        <a:pt x="1573818" y="1474184"/>
                      </a:moveTo>
                      <a:lnTo>
                        <a:pt x="1573818" y="1289590"/>
                      </a:lnTo>
                      <a:cubicBezTo>
                        <a:pt x="1573818" y="1187863"/>
                        <a:pt x="1656685" y="1104995"/>
                        <a:pt x="1758412" y="1104995"/>
                      </a:cubicBezTo>
                      <a:cubicBezTo>
                        <a:pt x="1860139" y="1104995"/>
                        <a:pt x="1943007" y="1187863"/>
                        <a:pt x="1943007" y="1289590"/>
                      </a:cubicBezTo>
                      <a:cubicBezTo>
                        <a:pt x="1943007" y="1391317"/>
                        <a:pt x="1860139" y="1474184"/>
                        <a:pt x="1758412" y="1474184"/>
                      </a:cubicBezTo>
                      <a:lnTo>
                        <a:pt x="1573818" y="147418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 dirty="0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5A0CA914-3E07-B9FA-B2B0-A231C3E750EC}"/>
                    </a:ext>
                  </a:extLst>
                </p:cNvPr>
                <p:cNvSpPr/>
                <p:nvPr/>
              </p:nvSpPr>
              <p:spPr>
                <a:xfrm>
                  <a:off x="-7276974" y="3320301"/>
                  <a:ext cx="472154" cy="129349"/>
                </a:xfrm>
                <a:custGeom>
                  <a:avLst/>
                  <a:gdLst>
                    <a:gd name="connsiteX0" fmla="*/ 407480 w 472154"/>
                    <a:gd name="connsiteY0" fmla="*/ 0 h 129349"/>
                    <a:gd name="connsiteX1" fmla="*/ 64675 w 472154"/>
                    <a:gd name="connsiteY1" fmla="*/ 0 h 129349"/>
                    <a:gd name="connsiteX2" fmla="*/ 0 w 472154"/>
                    <a:gd name="connsiteY2" fmla="*/ 64675 h 129349"/>
                    <a:gd name="connsiteX3" fmla="*/ 64675 w 472154"/>
                    <a:gd name="connsiteY3" fmla="*/ 129350 h 129349"/>
                    <a:gd name="connsiteX4" fmla="*/ 407480 w 472154"/>
                    <a:gd name="connsiteY4" fmla="*/ 129350 h 129349"/>
                    <a:gd name="connsiteX5" fmla="*/ 472154 w 472154"/>
                    <a:gd name="connsiteY5" fmla="*/ 64675 h 129349"/>
                    <a:gd name="connsiteX6" fmla="*/ 407480 w 472154"/>
                    <a:gd name="connsiteY6" fmla="*/ 0 h 129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2154" h="129349">
                      <a:moveTo>
                        <a:pt x="407480" y="0"/>
                      </a:moveTo>
                      <a:lnTo>
                        <a:pt x="64675" y="0"/>
                      </a:lnTo>
                      <a:cubicBezTo>
                        <a:pt x="28956" y="0"/>
                        <a:pt x="0" y="28956"/>
                        <a:pt x="0" y="64675"/>
                      </a:cubicBezTo>
                      <a:cubicBezTo>
                        <a:pt x="0" y="100393"/>
                        <a:pt x="28956" y="129350"/>
                        <a:pt x="64675" y="129350"/>
                      </a:cubicBezTo>
                      <a:lnTo>
                        <a:pt x="407480" y="129350"/>
                      </a:lnTo>
                      <a:cubicBezTo>
                        <a:pt x="443198" y="129350"/>
                        <a:pt x="472154" y="100393"/>
                        <a:pt x="472154" y="64675"/>
                      </a:cubicBezTo>
                      <a:cubicBezTo>
                        <a:pt x="472154" y="28956"/>
                        <a:pt x="443198" y="0"/>
                        <a:pt x="4074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C223563D-A90C-B37E-4921-BA91ED85233F}"/>
                    </a:ext>
                  </a:extLst>
                </p:cNvPr>
                <p:cNvSpPr/>
                <p:nvPr/>
              </p:nvSpPr>
              <p:spPr>
                <a:xfrm>
                  <a:off x="-3893218" y="3320301"/>
                  <a:ext cx="472154" cy="129349"/>
                </a:xfrm>
                <a:custGeom>
                  <a:avLst/>
                  <a:gdLst>
                    <a:gd name="connsiteX0" fmla="*/ 407480 w 472154"/>
                    <a:gd name="connsiteY0" fmla="*/ 0 h 129349"/>
                    <a:gd name="connsiteX1" fmla="*/ 64675 w 472154"/>
                    <a:gd name="connsiteY1" fmla="*/ 0 h 129349"/>
                    <a:gd name="connsiteX2" fmla="*/ 0 w 472154"/>
                    <a:gd name="connsiteY2" fmla="*/ 64675 h 129349"/>
                    <a:gd name="connsiteX3" fmla="*/ 64675 w 472154"/>
                    <a:gd name="connsiteY3" fmla="*/ 129350 h 129349"/>
                    <a:gd name="connsiteX4" fmla="*/ 407480 w 472154"/>
                    <a:gd name="connsiteY4" fmla="*/ 129350 h 129349"/>
                    <a:gd name="connsiteX5" fmla="*/ 472154 w 472154"/>
                    <a:gd name="connsiteY5" fmla="*/ 64675 h 129349"/>
                    <a:gd name="connsiteX6" fmla="*/ 407480 w 472154"/>
                    <a:gd name="connsiteY6" fmla="*/ 0 h 129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2154" h="129349">
                      <a:moveTo>
                        <a:pt x="407480" y="0"/>
                      </a:moveTo>
                      <a:lnTo>
                        <a:pt x="64675" y="0"/>
                      </a:lnTo>
                      <a:cubicBezTo>
                        <a:pt x="28956" y="0"/>
                        <a:pt x="0" y="28956"/>
                        <a:pt x="0" y="64675"/>
                      </a:cubicBezTo>
                      <a:cubicBezTo>
                        <a:pt x="0" y="100393"/>
                        <a:pt x="28956" y="129350"/>
                        <a:pt x="64675" y="129350"/>
                      </a:cubicBezTo>
                      <a:lnTo>
                        <a:pt x="407480" y="129350"/>
                      </a:lnTo>
                      <a:cubicBezTo>
                        <a:pt x="443198" y="129350"/>
                        <a:pt x="472154" y="100393"/>
                        <a:pt x="472154" y="64675"/>
                      </a:cubicBezTo>
                      <a:cubicBezTo>
                        <a:pt x="472154" y="28956"/>
                        <a:pt x="443198" y="0"/>
                        <a:pt x="4074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6CF1B974-2A5B-B026-D916-05B5798F686A}"/>
                    </a:ext>
                  </a:extLst>
                </p:cNvPr>
                <p:cNvSpPr/>
                <p:nvPr/>
              </p:nvSpPr>
              <p:spPr>
                <a:xfrm>
                  <a:off x="-6731001" y="4395483"/>
                  <a:ext cx="371570" cy="371760"/>
                </a:xfrm>
                <a:custGeom>
                  <a:avLst/>
                  <a:gdLst>
                    <a:gd name="connsiteX0" fmla="*/ 261271 w 371570"/>
                    <a:gd name="connsiteY0" fmla="*/ 18860 h 371760"/>
                    <a:gd name="connsiteX1" fmla="*/ 18859 w 371570"/>
                    <a:gd name="connsiteY1" fmla="*/ 261271 h 371760"/>
                    <a:gd name="connsiteX2" fmla="*/ 18859 w 371570"/>
                    <a:gd name="connsiteY2" fmla="*/ 352806 h 371760"/>
                    <a:gd name="connsiteX3" fmla="*/ 64580 w 371570"/>
                    <a:gd name="connsiteY3" fmla="*/ 371761 h 371760"/>
                    <a:gd name="connsiteX4" fmla="*/ 110300 w 371570"/>
                    <a:gd name="connsiteY4" fmla="*/ 352806 h 371760"/>
                    <a:gd name="connsiteX5" fmla="*/ 352711 w 371570"/>
                    <a:gd name="connsiteY5" fmla="*/ 110395 h 371760"/>
                    <a:gd name="connsiteX6" fmla="*/ 352711 w 371570"/>
                    <a:gd name="connsiteY6" fmla="*/ 18860 h 371760"/>
                    <a:gd name="connsiteX7" fmla="*/ 261271 w 371570"/>
                    <a:gd name="connsiteY7" fmla="*/ 18860 h 371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1570" h="371760">
                      <a:moveTo>
                        <a:pt x="261271" y="18860"/>
                      </a:moveTo>
                      <a:lnTo>
                        <a:pt x="18859" y="261271"/>
                      </a:lnTo>
                      <a:cubicBezTo>
                        <a:pt x="-6286" y="286417"/>
                        <a:pt x="-6286" y="327470"/>
                        <a:pt x="18859" y="352806"/>
                      </a:cubicBezTo>
                      <a:cubicBezTo>
                        <a:pt x="31528" y="365475"/>
                        <a:pt x="48101" y="371761"/>
                        <a:pt x="64580" y="371761"/>
                      </a:cubicBezTo>
                      <a:cubicBezTo>
                        <a:pt x="81058" y="371761"/>
                        <a:pt x="97631" y="365475"/>
                        <a:pt x="110300" y="352806"/>
                      </a:cubicBezTo>
                      <a:lnTo>
                        <a:pt x="352711" y="110395"/>
                      </a:lnTo>
                      <a:cubicBezTo>
                        <a:pt x="377857" y="85249"/>
                        <a:pt x="377857" y="44196"/>
                        <a:pt x="352711" y="18860"/>
                      </a:cubicBezTo>
                      <a:cubicBezTo>
                        <a:pt x="327374" y="-6287"/>
                        <a:pt x="286417" y="-6287"/>
                        <a:pt x="261271" y="1886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A654E8E0-574B-411B-4042-CCA6D8E5D934}"/>
                    </a:ext>
                  </a:extLst>
                </p:cNvPr>
                <p:cNvSpPr/>
                <p:nvPr/>
              </p:nvSpPr>
              <p:spPr>
                <a:xfrm>
                  <a:off x="-4318319" y="1970799"/>
                  <a:ext cx="371570" cy="371760"/>
                </a:xfrm>
                <a:custGeom>
                  <a:avLst/>
                  <a:gdLst>
                    <a:gd name="connsiteX0" fmla="*/ 261271 w 371570"/>
                    <a:gd name="connsiteY0" fmla="*/ 18859 h 371760"/>
                    <a:gd name="connsiteX1" fmla="*/ 18859 w 371570"/>
                    <a:gd name="connsiteY1" fmla="*/ 261271 h 371760"/>
                    <a:gd name="connsiteX2" fmla="*/ 18859 w 371570"/>
                    <a:gd name="connsiteY2" fmla="*/ 352806 h 371760"/>
                    <a:gd name="connsiteX3" fmla="*/ 64579 w 371570"/>
                    <a:gd name="connsiteY3" fmla="*/ 371761 h 371760"/>
                    <a:gd name="connsiteX4" fmla="*/ 110299 w 371570"/>
                    <a:gd name="connsiteY4" fmla="*/ 352806 h 371760"/>
                    <a:gd name="connsiteX5" fmla="*/ 352711 w 371570"/>
                    <a:gd name="connsiteY5" fmla="*/ 110395 h 371760"/>
                    <a:gd name="connsiteX6" fmla="*/ 352711 w 371570"/>
                    <a:gd name="connsiteY6" fmla="*/ 18859 h 371760"/>
                    <a:gd name="connsiteX7" fmla="*/ 261271 w 371570"/>
                    <a:gd name="connsiteY7" fmla="*/ 18859 h 371760"/>
                    <a:gd name="connsiteX8" fmla="*/ 261271 w 371570"/>
                    <a:gd name="connsiteY8" fmla="*/ 18859 h 371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1570" h="371760">
                      <a:moveTo>
                        <a:pt x="261271" y="18859"/>
                      </a:moveTo>
                      <a:lnTo>
                        <a:pt x="18859" y="261271"/>
                      </a:lnTo>
                      <a:cubicBezTo>
                        <a:pt x="-6286" y="286417"/>
                        <a:pt x="-6286" y="327469"/>
                        <a:pt x="18859" y="352806"/>
                      </a:cubicBezTo>
                      <a:cubicBezTo>
                        <a:pt x="31528" y="365474"/>
                        <a:pt x="48101" y="371761"/>
                        <a:pt x="64579" y="371761"/>
                      </a:cubicBezTo>
                      <a:cubicBezTo>
                        <a:pt x="81058" y="371761"/>
                        <a:pt x="97631" y="365474"/>
                        <a:pt x="110299" y="352806"/>
                      </a:cubicBezTo>
                      <a:lnTo>
                        <a:pt x="352711" y="110395"/>
                      </a:lnTo>
                      <a:cubicBezTo>
                        <a:pt x="377857" y="85249"/>
                        <a:pt x="377857" y="44196"/>
                        <a:pt x="352711" y="18859"/>
                      </a:cubicBezTo>
                      <a:cubicBezTo>
                        <a:pt x="327374" y="-6286"/>
                        <a:pt x="286417" y="-6286"/>
                        <a:pt x="261271" y="18859"/>
                      </a:cubicBezTo>
                      <a:lnTo>
                        <a:pt x="261271" y="18859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914AA2E2-E206-5C3F-6422-03745D290D52}"/>
                    </a:ext>
                  </a:extLst>
                </p:cNvPr>
                <p:cNvSpPr/>
                <p:nvPr/>
              </p:nvSpPr>
              <p:spPr>
                <a:xfrm>
                  <a:off x="-5413694" y="1433018"/>
                  <a:ext cx="129349" cy="472154"/>
                </a:xfrm>
                <a:custGeom>
                  <a:avLst/>
                  <a:gdLst>
                    <a:gd name="connsiteX0" fmla="*/ 64675 w 129349"/>
                    <a:gd name="connsiteY0" fmla="*/ 472154 h 472154"/>
                    <a:gd name="connsiteX1" fmla="*/ 129350 w 129349"/>
                    <a:gd name="connsiteY1" fmla="*/ 407480 h 472154"/>
                    <a:gd name="connsiteX2" fmla="*/ 129350 w 129349"/>
                    <a:gd name="connsiteY2" fmla="*/ 64675 h 472154"/>
                    <a:gd name="connsiteX3" fmla="*/ 64675 w 129349"/>
                    <a:gd name="connsiteY3" fmla="*/ 0 h 472154"/>
                    <a:gd name="connsiteX4" fmla="*/ 0 w 129349"/>
                    <a:gd name="connsiteY4" fmla="*/ 64675 h 472154"/>
                    <a:gd name="connsiteX5" fmla="*/ 0 w 129349"/>
                    <a:gd name="connsiteY5" fmla="*/ 407480 h 472154"/>
                    <a:gd name="connsiteX6" fmla="*/ 64675 w 129349"/>
                    <a:gd name="connsiteY6" fmla="*/ 472154 h 472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9349" h="472154">
                      <a:moveTo>
                        <a:pt x="64675" y="472154"/>
                      </a:moveTo>
                      <a:cubicBezTo>
                        <a:pt x="100394" y="472154"/>
                        <a:pt x="129350" y="443198"/>
                        <a:pt x="129350" y="407480"/>
                      </a:cubicBezTo>
                      <a:lnTo>
                        <a:pt x="129350" y="64675"/>
                      </a:lnTo>
                      <a:cubicBezTo>
                        <a:pt x="129350" y="28956"/>
                        <a:pt x="100394" y="0"/>
                        <a:pt x="64675" y="0"/>
                      </a:cubicBezTo>
                      <a:cubicBezTo>
                        <a:pt x="28956" y="0"/>
                        <a:pt x="0" y="28956"/>
                        <a:pt x="0" y="64675"/>
                      </a:cubicBezTo>
                      <a:lnTo>
                        <a:pt x="0" y="407480"/>
                      </a:lnTo>
                      <a:cubicBezTo>
                        <a:pt x="0" y="443198"/>
                        <a:pt x="28956" y="472154"/>
                        <a:pt x="64675" y="4721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FA0023A2-D233-7D5C-36DE-302A6F42CF1B}"/>
                    </a:ext>
                  </a:extLst>
                </p:cNvPr>
                <p:cNvSpPr/>
                <p:nvPr/>
              </p:nvSpPr>
              <p:spPr>
                <a:xfrm>
                  <a:off x="-4338512" y="4395483"/>
                  <a:ext cx="371570" cy="371760"/>
                </a:xfrm>
                <a:custGeom>
                  <a:avLst/>
                  <a:gdLst>
                    <a:gd name="connsiteX0" fmla="*/ 110395 w 371570"/>
                    <a:gd name="connsiteY0" fmla="*/ 18860 h 371760"/>
                    <a:gd name="connsiteX1" fmla="*/ 18860 w 371570"/>
                    <a:gd name="connsiteY1" fmla="*/ 18860 h 371760"/>
                    <a:gd name="connsiteX2" fmla="*/ 18860 w 371570"/>
                    <a:gd name="connsiteY2" fmla="*/ 110395 h 371760"/>
                    <a:gd name="connsiteX3" fmla="*/ 261271 w 371570"/>
                    <a:gd name="connsiteY3" fmla="*/ 352806 h 371760"/>
                    <a:gd name="connsiteX4" fmla="*/ 306991 w 371570"/>
                    <a:gd name="connsiteY4" fmla="*/ 371761 h 371760"/>
                    <a:gd name="connsiteX5" fmla="*/ 352711 w 371570"/>
                    <a:gd name="connsiteY5" fmla="*/ 352806 h 371760"/>
                    <a:gd name="connsiteX6" fmla="*/ 352711 w 371570"/>
                    <a:gd name="connsiteY6" fmla="*/ 261271 h 371760"/>
                    <a:gd name="connsiteX7" fmla="*/ 110300 w 371570"/>
                    <a:gd name="connsiteY7" fmla="*/ 18860 h 371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1570" h="371760">
                      <a:moveTo>
                        <a:pt x="110395" y="18860"/>
                      </a:moveTo>
                      <a:cubicBezTo>
                        <a:pt x="85249" y="-6287"/>
                        <a:pt x="44196" y="-6287"/>
                        <a:pt x="18860" y="18860"/>
                      </a:cubicBezTo>
                      <a:cubicBezTo>
                        <a:pt x="-6287" y="44006"/>
                        <a:pt x="-6287" y="85058"/>
                        <a:pt x="18860" y="110395"/>
                      </a:cubicBezTo>
                      <a:lnTo>
                        <a:pt x="261271" y="352806"/>
                      </a:lnTo>
                      <a:cubicBezTo>
                        <a:pt x="273939" y="365475"/>
                        <a:pt x="290513" y="371761"/>
                        <a:pt x="306991" y="371761"/>
                      </a:cubicBezTo>
                      <a:cubicBezTo>
                        <a:pt x="323469" y="371761"/>
                        <a:pt x="340043" y="365475"/>
                        <a:pt x="352711" y="352806"/>
                      </a:cubicBezTo>
                      <a:cubicBezTo>
                        <a:pt x="377857" y="327660"/>
                        <a:pt x="377857" y="286607"/>
                        <a:pt x="352711" y="261271"/>
                      </a:cubicBezTo>
                      <a:lnTo>
                        <a:pt x="110300" y="1886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924EF155-063A-A4C8-5A35-7DF2F881F811}"/>
                    </a:ext>
                  </a:extLst>
                </p:cNvPr>
                <p:cNvSpPr/>
                <p:nvPr/>
              </p:nvSpPr>
              <p:spPr>
                <a:xfrm>
                  <a:off x="-6767101" y="1990706"/>
                  <a:ext cx="371665" cy="371760"/>
                </a:xfrm>
                <a:custGeom>
                  <a:avLst/>
                  <a:gdLst>
                    <a:gd name="connsiteX0" fmla="*/ 307086 w 371665"/>
                    <a:gd name="connsiteY0" fmla="*/ 371761 h 371760"/>
                    <a:gd name="connsiteX1" fmla="*/ 352806 w 371665"/>
                    <a:gd name="connsiteY1" fmla="*/ 352806 h 371760"/>
                    <a:gd name="connsiteX2" fmla="*/ 352806 w 371665"/>
                    <a:gd name="connsiteY2" fmla="*/ 261271 h 371760"/>
                    <a:gd name="connsiteX3" fmla="*/ 110395 w 371665"/>
                    <a:gd name="connsiteY3" fmla="*/ 18859 h 371760"/>
                    <a:gd name="connsiteX4" fmla="*/ 18859 w 371665"/>
                    <a:gd name="connsiteY4" fmla="*/ 18859 h 371760"/>
                    <a:gd name="connsiteX5" fmla="*/ 18859 w 371665"/>
                    <a:gd name="connsiteY5" fmla="*/ 110395 h 371760"/>
                    <a:gd name="connsiteX6" fmla="*/ 261271 w 371665"/>
                    <a:gd name="connsiteY6" fmla="*/ 352806 h 371760"/>
                    <a:gd name="connsiteX7" fmla="*/ 306991 w 371665"/>
                    <a:gd name="connsiteY7" fmla="*/ 371761 h 371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1665" h="371760">
                      <a:moveTo>
                        <a:pt x="307086" y="371761"/>
                      </a:moveTo>
                      <a:cubicBezTo>
                        <a:pt x="323564" y="371761"/>
                        <a:pt x="340138" y="365474"/>
                        <a:pt x="352806" y="352806"/>
                      </a:cubicBezTo>
                      <a:cubicBezTo>
                        <a:pt x="377952" y="327660"/>
                        <a:pt x="377952" y="286607"/>
                        <a:pt x="352806" y="261271"/>
                      </a:cubicBezTo>
                      <a:lnTo>
                        <a:pt x="110395" y="18859"/>
                      </a:lnTo>
                      <a:cubicBezTo>
                        <a:pt x="85249" y="-6286"/>
                        <a:pt x="44196" y="-6286"/>
                        <a:pt x="18859" y="18859"/>
                      </a:cubicBezTo>
                      <a:cubicBezTo>
                        <a:pt x="-6286" y="44005"/>
                        <a:pt x="-6286" y="85058"/>
                        <a:pt x="18859" y="110395"/>
                      </a:cubicBezTo>
                      <a:lnTo>
                        <a:pt x="261271" y="352806"/>
                      </a:lnTo>
                      <a:cubicBezTo>
                        <a:pt x="273939" y="365474"/>
                        <a:pt x="290513" y="371761"/>
                        <a:pt x="306991" y="37176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</p:grp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0064EEDD-FD20-CB2F-2679-2B3CADE37F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4437" y="3033525"/>
                <a:ext cx="0" cy="144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B83D8AF7-4A41-C5C9-2D17-0A0043572EE0}"/>
                  </a:ext>
                </a:extLst>
              </p:cNvPr>
              <p:cNvCxnSpPr/>
              <p:nvPr/>
            </p:nvCxnSpPr>
            <p:spPr>
              <a:xfrm>
                <a:off x="-180195" y="3906187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F44CB3E-2B88-8381-C6A8-39DFCAF627B2}"/>
                  </a:ext>
                </a:extLst>
              </p:cNvPr>
              <p:cNvCxnSpPr/>
              <p:nvPr/>
            </p:nvCxnSpPr>
            <p:spPr>
              <a:xfrm>
                <a:off x="-1308680" y="3375471"/>
                <a:ext cx="0" cy="585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811F87B-D5A1-8951-1FB7-CE6B6F67310B}"/>
              </a:ext>
            </a:extLst>
          </p:cNvPr>
          <p:cNvSpPr/>
          <p:nvPr/>
        </p:nvSpPr>
        <p:spPr>
          <a:xfrm>
            <a:off x="1450991" y="1601269"/>
            <a:ext cx="10164082" cy="521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/>
                </a:solidFill>
              </a:rPr>
              <a:t>Improve on-time delivery performance and reduce SLA breaches 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0982B9A-C1AD-AF93-3138-AB1C3DE29E24}"/>
              </a:ext>
            </a:extLst>
          </p:cNvPr>
          <p:cNvGrpSpPr/>
          <p:nvPr/>
        </p:nvGrpSpPr>
        <p:grpSpPr>
          <a:xfrm>
            <a:off x="772762" y="1484671"/>
            <a:ext cx="483876" cy="738423"/>
            <a:chOff x="10426431" y="4929690"/>
            <a:chExt cx="483876" cy="738423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AF3992F4-E1D4-AC75-FCCA-8CF703CC09C0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C3ECA393-4BA1-5653-E961-8CE01DE72308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87825DC1-08F3-AAAF-718F-6F1B5DA7C0D5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77E6EC87-1B1E-F6EB-4805-03D69B70E8DA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4CCE80CC-822D-B5AE-F575-05F98D4DB32A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</p:grp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61312627-EB1C-782A-3D5C-D0AB2C5C7F8D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3E6328B7-2AC2-CF54-038E-002DBFB489E4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52F783F5-7F4A-535D-C55A-E017A947F6C9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C810F37-C2F1-D465-18EF-40CCF9EDE5E4}"/>
              </a:ext>
            </a:extLst>
          </p:cNvPr>
          <p:cNvGrpSpPr/>
          <p:nvPr/>
        </p:nvGrpSpPr>
        <p:grpSpPr>
          <a:xfrm>
            <a:off x="798511" y="4102334"/>
            <a:ext cx="10816562" cy="631098"/>
            <a:chOff x="754489" y="4699640"/>
            <a:chExt cx="10816562" cy="631098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618747F-6373-1202-9E6B-6E107EAC80EE}"/>
                </a:ext>
              </a:extLst>
            </p:cNvPr>
            <p:cNvSpPr/>
            <p:nvPr/>
          </p:nvSpPr>
          <p:spPr>
            <a:xfrm>
              <a:off x="1406969" y="4766791"/>
              <a:ext cx="10164082" cy="5289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chemeClr val="bg2"/>
                  </a:solidFill>
                </a:rPr>
                <a:t>Improve customer service reliability through SLA compliance monitoring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F73B28EC-6416-0025-C71C-1FD1F5BBA134}"/>
                </a:ext>
              </a:extLst>
            </p:cNvPr>
            <p:cNvGrpSpPr/>
            <p:nvPr/>
          </p:nvGrpSpPr>
          <p:grpSpPr>
            <a:xfrm rot="1800000">
              <a:off x="754489" y="4699640"/>
              <a:ext cx="594230" cy="631098"/>
              <a:chOff x="-2264980" y="3794567"/>
              <a:chExt cx="857552" cy="910757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8BFFFE8B-61EE-9AF0-DD96-BE9858C83EA4}"/>
                  </a:ext>
                </a:extLst>
              </p:cNvPr>
              <p:cNvGrpSpPr/>
              <p:nvPr/>
            </p:nvGrpSpPr>
            <p:grpSpPr>
              <a:xfrm>
                <a:off x="-2191793" y="3994151"/>
                <a:ext cx="711175" cy="711173"/>
                <a:chOff x="-7916336" y="-18"/>
                <a:chExt cx="3977571" cy="3977578"/>
              </a:xfrm>
            </p:grpSpPr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248376BC-3CD3-3C5E-79F5-54A54742D32C}"/>
                    </a:ext>
                  </a:extLst>
                </p:cNvPr>
                <p:cNvSpPr/>
                <p:nvPr/>
              </p:nvSpPr>
              <p:spPr>
                <a:xfrm>
                  <a:off x="-6778453" y="1137856"/>
                  <a:ext cx="1091660" cy="1091660"/>
                </a:xfrm>
                <a:custGeom>
                  <a:avLst/>
                  <a:gdLst>
                    <a:gd name="connsiteX0" fmla="*/ 931545 w 1091660"/>
                    <a:gd name="connsiteY0" fmla="*/ 159830 h 1091660"/>
                    <a:gd name="connsiteX1" fmla="*/ 545782 w 1091660"/>
                    <a:gd name="connsiteY1" fmla="*/ 0 h 1091660"/>
                    <a:gd name="connsiteX2" fmla="*/ 159830 w 1091660"/>
                    <a:gd name="connsiteY2" fmla="*/ 159925 h 1091660"/>
                    <a:gd name="connsiteX3" fmla="*/ 0 w 1091660"/>
                    <a:gd name="connsiteY3" fmla="*/ 545973 h 1091660"/>
                    <a:gd name="connsiteX4" fmla="*/ 159925 w 1091660"/>
                    <a:gd name="connsiteY4" fmla="*/ 931926 h 1091660"/>
                    <a:gd name="connsiteX5" fmla="*/ 545973 w 1091660"/>
                    <a:gd name="connsiteY5" fmla="*/ 1091660 h 1091660"/>
                    <a:gd name="connsiteX6" fmla="*/ 931926 w 1091660"/>
                    <a:gd name="connsiteY6" fmla="*/ 931640 h 1091660"/>
                    <a:gd name="connsiteX7" fmla="*/ 1091660 w 1091660"/>
                    <a:gd name="connsiteY7" fmla="*/ 545592 h 1091660"/>
                    <a:gd name="connsiteX8" fmla="*/ 931640 w 1091660"/>
                    <a:gd name="connsiteY8" fmla="*/ 159830 h 1091660"/>
                    <a:gd name="connsiteX9" fmla="*/ 865537 w 1091660"/>
                    <a:gd name="connsiteY9" fmla="*/ 865442 h 1091660"/>
                    <a:gd name="connsiteX10" fmla="*/ 545782 w 1091660"/>
                    <a:gd name="connsiteY10" fmla="*/ 998315 h 1091660"/>
                    <a:gd name="connsiteX11" fmla="*/ 225838 w 1091660"/>
                    <a:gd name="connsiteY11" fmla="*/ 865823 h 1091660"/>
                    <a:gd name="connsiteX12" fmla="*/ 93250 w 1091660"/>
                    <a:gd name="connsiteY12" fmla="*/ 545878 h 1091660"/>
                    <a:gd name="connsiteX13" fmla="*/ 225647 w 1091660"/>
                    <a:gd name="connsiteY13" fmla="*/ 225933 h 1091660"/>
                    <a:gd name="connsiteX14" fmla="*/ 545497 w 1091660"/>
                    <a:gd name="connsiteY14" fmla="*/ 93250 h 1091660"/>
                    <a:gd name="connsiteX15" fmla="*/ 865442 w 1091660"/>
                    <a:gd name="connsiteY15" fmla="*/ 225647 h 1091660"/>
                    <a:gd name="connsiteX16" fmla="*/ 998125 w 1091660"/>
                    <a:gd name="connsiteY16" fmla="*/ 545497 h 1091660"/>
                    <a:gd name="connsiteX17" fmla="*/ 865442 w 1091660"/>
                    <a:gd name="connsiteY17" fmla="*/ 865346 h 10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091660" h="1091660">
                      <a:moveTo>
                        <a:pt x="931545" y="159830"/>
                      </a:moveTo>
                      <a:cubicBezTo>
                        <a:pt x="829247" y="57531"/>
                        <a:pt x="690467" y="95"/>
                        <a:pt x="545782" y="0"/>
                      </a:cubicBezTo>
                      <a:cubicBezTo>
                        <a:pt x="401003" y="0"/>
                        <a:pt x="262128" y="57531"/>
                        <a:pt x="159830" y="159925"/>
                      </a:cubicBezTo>
                      <a:cubicBezTo>
                        <a:pt x="57436" y="262319"/>
                        <a:pt x="0" y="401193"/>
                        <a:pt x="0" y="545973"/>
                      </a:cubicBezTo>
                      <a:cubicBezTo>
                        <a:pt x="0" y="690753"/>
                        <a:pt x="57531" y="829628"/>
                        <a:pt x="159925" y="931926"/>
                      </a:cubicBezTo>
                      <a:cubicBezTo>
                        <a:pt x="262319" y="1034224"/>
                        <a:pt x="401193" y="1091756"/>
                        <a:pt x="545973" y="1091660"/>
                      </a:cubicBezTo>
                      <a:cubicBezTo>
                        <a:pt x="690753" y="1091660"/>
                        <a:pt x="829532" y="1034034"/>
                        <a:pt x="931926" y="931640"/>
                      </a:cubicBezTo>
                      <a:cubicBezTo>
                        <a:pt x="1034224" y="829247"/>
                        <a:pt x="1091660" y="690372"/>
                        <a:pt x="1091660" y="545592"/>
                      </a:cubicBezTo>
                      <a:cubicBezTo>
                        <a:pt x="1091470" y="400907"/>
                        <a:pt x="1033939" y="262128"/>
                        <a:pt x="931640" y="159830"/>
                      </a:cubicBezTo>
                      <a:close/>
                      <a:moveTo>
                        <a:pt x="865537" y="865442"/>
                      </a:moveTo>
                      <a:cubicBezTo>
                        <a:pt x="780764" y="950309"/>
                        <a:pt x="665702" y="998125"/>
                        <a:pt x="545782" y="998315"/>
                      </a:cubicBezTo>
                      <a:cubicBezTo>
                        <a:pt x="425768" y="998315"/>
                        <a:pt x="310706" y="950690"/>
                        <a:pt x="225838" y="865823"/>
                      </a:cubicBezTo>
                      <a:cubicBezTo>
                        <a:pt x="140970" y="780955"/>
                        <a:pt x="93345" y="665893"/>
                        <a:pt x="93250" y="545878"/>
                      </a:cubicBezTo>
                      <a:cubicBezTo>
                        <a:pt x="93250" y="425863"/>
                        <a:pt x="140875" y="310801"/>
                        <a:pt x="225647" y="225933"/>
                      </a:cubicBezTo>
                      <a:cubicBezTo>
                        <a:pt x="310420" y="141065"/>
                        <a:pt x="425482" y="93345"/>
                        <a:pt x="545497" y="93250"/>
                      </a:cubicBezTo>
                      <a:cubicBezTo>
                        <a:pt x="665512" y="93250"/>
                        <a:pt x="780574" y="140875"/>
                        <a:pt x="865442" y="225647"/>
                      </a:cubicBezTo>
                      <a:cubicBezTo>
                        <a:pt x="950309" y="310420"/>
                        <a:pt x="998030" y="425482"/>
                        <a:pt x="998125" y="545497"/>
                      </a:cubicBezTo>
                      <a:cubicBezTo>
                        <a:pt x="997934" y="665417"/>
                        <a:pt x="950214" y="780478"/>
                        <a:pt x="865442" y="86534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09028BE6-828F-8A2C-06E8-5C94E149FBDE}"/>
                    </a:ext>
                  </a:extLst>
                </p:cNvPr>
                <p:cNvSpPr/>
                <p:nvPr/>
              </p:nvSpPr>
              <p:spPr>
                <a:xfrm>
                  <a:off x="-7282707" y="633317"/>
                  <a:ext cx="2099501" cy="2099881"/>
                </a:xfrm>
                <a:custGeom>
                  <a:avLst/>
                  <a:gdLst>
                    <a:gd name="connsiteX0" fmla="*/ 2062734 w 2099501"/>
                    <a:gd name="connsiteY0" fmla="*/ 826103 h 2099881"/>
                    <a:gd name="connsiteX1" fmla="*/ 1856804 w 2099501"/>
                    <a:gd name="connsiteY1" fmla="*/ 782193 h 2099881"/>
                    <a:gd name="connsiteX2" fmla="*/ 1809941 w 2099501"/>
                    <a:gd name="connsiteY2" fmla="*/ 668846 h 2099881"/>
                    <a:gd name="connsiteX3" fmla="*/ 1924717 w 2099501"/>
                    <a:gd name="connsiteY3" fmla="*/ 492157 h 2099881"/>
                    <a:gd name="connsiteX4" fmla="*/ 1924717 w 2099501"/>
                    <a:gd name="connsiteY4" fmla="*/ 492157 h 2099881"/>
                    <a:gd name="connsiteX5" fmla="*/ 1918526 w 2099501"/>
                    <a:gd name="connsiteY5" fmla="*/ 433769 h 2099881"/>
                    <a:gd name="connsiteX6" fmla="*/ 1666114 w 2099501"/>
                    <a:gd name="connsiteY6" fmla="*/ 181547 h 2099881"/>
                    <a:gd name="connsiteX7" fmla="*/ 1607725 w 2099501"/>
                    <a:gd name="connsiteY7" fmla="*/ 175451 h 2099881"/>
                    <a:gd name="connsiteX8" fmla="*/ 1430751 w 2099501"/>
                    <a:gd name="connsiteY8" fmla="*/ 289941 h 2099881"/>
                    <a:gd name="connsiteX9" fmla="*/ 1317880 w 2099501"/>
                    <a:gd name="connsiteY9" fmla="*/ 243269 h 2099881"/>
                    <a:gd name="connsiteX10" fmla="*/ 1273969 w 2099501"/>
                    <a:gd name="connsiteY10" fmla="*/ 37148 h 2099881"/>
                    <a:gd name="connsiteX11" fmla="*/ 1273969 w 2099501"/>
                    <a:gd name="connsiteY11" fmla="*/ 37148 h 2099881"/>
                    <a:gd name="connsiteX12" fmla="*/ 1228344 w 2099501"/>
                    <a:gd name="connsiteY12" fmla="*/ 0 h 2099881"/>
                    <a:gd name="connsiteX13" fmla="*/ 871348 w 2099501"/>
                    <a:gd name="connsiteY13" fmla="*/ 0 h 2099881"/>
                    <a:gd name="connsiteX14" fmla="*/ 825818 w 2099501"/>
                    <a:gd name="connsiteY14" fmla="*/ 37148 h 2099881"/>
                    <a:gd name="connsiteX15" fmla="*/ 781908 w 2099501"/>
                    <a:gd name="connsiteY15" fmla="*/ 243269 h 2099881"/>
                    <a:gd name="connsiteX16" fmla="*/ 669036 w 2099501"/>
                    <a:gd name="connsiteY16" fmla="*/ 289941 h 2099881"/>
                    <a:gd name="connsiteX17" fmla="*/ 492062 w 2099501"/>
                    <a:gd name="connsiteY17" fmla="*/ 175451 h 2099881"/>
                    <a:gd name="connsiteX18" fmla="*/ 433674 w 2099501"/>
                    <a:gd name="connsiteY18" fmla="*/ 181547 h 2099881"/>
                    <a:gd name="connsiteX19" fmla="*/ 181166 w 2099501"/>
                    <a:gd name="connsiteY19" fmla="*/ 433769 h 2099881"/>
                    <a:gd name="connsiteX20" fmla="*/ 175070 w 2099501"/>
                    <a:gd name="connsiteY20" fmla="*/ 492157 h 2099881"/>
                    <a:gd name="connsiteX21" fmla="*/ 289656 w 2099501"/>
                    <a:gd name="connsiteY21" fmla="*/ 668846 h 2099881"/>
                    <a:gd name="connsiteX22" fmla="*/ 289656 w 2099501"/>
                    <a:gd name="connsiteY22" fmla="*/ 668846 h 2099881"/>
                    <a:gd name="connsiteX23" fmla="*/ 242888 w 2099501"/>
                    <a:gd name="connsiteY23" fmla="*/ 782193 h 2099881"/>
                    <a:gd name="connsiteX24" fmla="*/ 36957 w 2099501"/>
                    <a:gd name="connsiteY24" fmla="*/ 826103 h 2099881"/>
                    <a:gd name="connsiteX25" fmla="*/ 36957 w 2099501"/>
                    <a:gd name="connsiteY25" fmla="*/ 826103 h 2099881"/>
                    <a:gd name="connsiteX26" fmla="*/ 0 w 2099501"/>
                    <a:gd name="connsiteY26" fmla="*/ 871633 h 2099881"/>
                    <a:gd name="connsiteX27" fmla="*/ 0 w 2099501"/>
                    <a:gd name="connsiteY27" fmla="*/ 1228249 h 2099881"/>
                    <a:gd name="connsiteX28" fmla="*/ 36957 w 2099501"/>
                    <a:gd name="connsiteY28" fmla="*/ 1274350 h 2099881"/>
                    <a:gd name="connsiteX29" fmla="*/ 242888 w 2099501"/>
                    <a:gd name="connsiteY29" fmla="*/ 1318260 h 2099881"/>
                    <a:gd name="connsiteX30" fmla="*/ 242888 w 2099501"/>
                    <a:gd name="connsiteY30" fmla="*/ 1318260 h 2099881"/>
                    <a:gd name="connsiteX31" fmla="*/ 289656 w 2099501"/>
                    <a:gd name="connsiteY31" fmla="*/ 1431036 h 2099881"/>
                    <a:gd name="connsiteX32" fmla="*/ 175070 w 2099501"/>
                    <a:gd name="connsiteY32" fmla="*/ 1607725 h 2099881"/>
                    <a:gd name="connsiteX33" fmla="*/ 181166 w 2099501"/>
                    <a:gd name="connsiteY33" fmla="*/ 1666113 h 2099881"/>
                    <a:gd name="connsiteX34" fmla="*/ 433674 w 2099501"/>
                    <a:gd name="connsiteY34" fmla="*/ 1918907 h 2099881"/>
                    <a:gd name="connsiteX35" fmla="*/ 492062 w 2099501"/>
                    <a:gd name="connsiteY35" fmla="*/ 1925003 h 2099881"/>
                    <a:gd name="connsiteX36" fmla="*/ 669036 w 2099501"/>
                    <a:gd name="connsiteY36" fmla="*/ 1809941 h 2099881"/>
                    <a:gd name="connsiteX37" fmla="*/ 781908 w 2099501"/>
                    <a:gd name="connsiteY37" fmla="*/ 1857089 h 2099881"/>
                    <a:gd name="connsiteX38" fmla="*/ 825818 w 2099501"/>
                    <a:gd name="connsiteY38" fmla="*/ 2062639 h 2099881"/>
                    <a:gd name="connsiteX39" fmla="*/ 825818 w 2099501"/>
                    <a:gd name="connsiteY39" fmla="*/ 2062639 h 2099881"/>
                    <a:gd name="connsiteX40" fmla="*/ 871348 w 2099501"/>
                    <a:gd name="connsiteY40" fmla="*/ 2099882 h 2099881"/>
                    <a:gd name="connsiteX41" fmla="*/ 1228440 w 2099501"/>
                    <a:gd name="connsiteY41" fmla="*/ 2099882 h 2099881"/>
                    <a:gd name="connsiteX42" fmla="*/ 1274065 w 2099501"/>
                    <a:gd name="connsiteY42" fmla="*/ 2062639 h 2099881"/>
                    <a:gd name="connsiteX43" fmla="*/ 1317975 w 2099501"/>
                    <a:gd name="connsiteY43" fmla="*/ 1857089 h 2099881"/>
                    <a:gd name="connsiteX44" fmla="*/ 1317975 w 2099501"/>
                    <a:gd name="connsiteY44" fmla="*/ 1857089 h 2099881"/>
                    <a:gd name="connsiteX45" fmla="*/ 1430846 w 2099501"/>
                    <a:gd name="connsiteY45" fmla="*/ 1809845 h 2099881"/>
                    <a:gd name="connsiteX46" fmla="*/ 1607535 w 2099501"/>
                    <a:gd name="connsiteY46" fmla="*/ 1924907 h 2099881"/>
                    <a:gd name="connsiteX47" fmla="*/ 1607535 w 2099501"/>
                    <a:gd name="connsiteY47" fmla="*/ 1924907 h 2099881"/>
                    <a:gd name="connsiteX48" fmla="*/ 1665923 w 2099501"/>
                    <a:gd name="connsiteY48" fmla="*/ 1918811 h 2099881"/>
                    <a:gd name="connsiteX49" fmla="*/ 1918336 w 2099501"/>
                    <a:gd name="connsiteY49" fmla="*/ 1666018 h 2099881"/>
                    <a:gd name="connsiteX50" fmla="*/ 1924527 w 2099501"/>
                    <a:gd name="connsiteY50" fmla="*/ 1607630 h 2099881"/>
                    <a:gd name="connsiteX51" fmla="*/ 1809750 w 2099501"/>
                    <a:gd name="connsiteY51" fmla="*/ 1430941 h 2099881"/>
                    <a:gd name="connsiteX52" fmla="*/ 1856614 w 2099501"/>
                    <a:gd name="connsiteY52" fmla="*/ 1318165 h 2099881"/>
                    <a:gd name="connsiteX53" fmla="*/ 2062544 w 2099501"/>
                    <a:gd name="connsiteY53" fmla="*/ 1274255 h 2099881"/>
                    <a:gd name="connsiteX54" fmla="*/ 2099501 w 2099501"/>
                    <a:gd name="connsiteY54" fmla="*/ 1228154 h 2099881"/>
                    <a:gd name="connsiteX55" fmla="*/ 2099501 w 2099501"/>
                    <a:gd name="connsiteY55" fmla="*/ 871538 h 2099881"/>
                    <a:gd name="connsiteX56" fmla="*/ 2062544 w 2099501"/>
                    <a:gd name="connsiteY56" fmla="*/ 826008 h 2099881"/>
                    <a:gd name="connsiteX57" fmla="*/ 2006347 w 2099501"/>
                    <a:gd name="connsiteY57" fmla="*/ 1191101 h 2099881"/>
                    <a:gd name="connsiteX58" fmla="*/ 2006251 w 2099501"/>
                    <a:gd name="connsiteY58" fmla="*/ 1191101 h 2099881"/>
                    <a:gd name="connsiteX59" fmla="*/ 1810608 w 2099501"/>
                    <a:gd name="connsiteY59" fmla="*/ 1232821 h 2099881"/>
                    <a:gd name="connsiteX60" fmla="*/ 1775556 w 2099501"/>
                    <a:gd name="connsiteY60" fmla="*/ 1265015 h 2099881"/>
                    <a:gd name="connsiteX61" fmla="*/ 1715167 w 2099501"/>
                    <a:gd name="connsiteY61" fmla="*/ 1411129 h 2099881"/>
                    <a:gd name="connsiteX62" fmla="*/ 1717072 w 2099501"/>
                    <a:gd name="connsiteY62" fmla="*/ 1458944 h 2099881"/>
                    <a:gd name="connsiteX63" fmla="*/ 1717072 w 2099501"/>
                    <a:gd name="connsiteY63" fmla="*/ 1458944 h 2099881"/>
                    <a:gd name="connsiteX64" fmla="*/ 1826038 w 2099501"/>
                    <a:gd name="connsiteY64" fmla="*/ 1626680 h 2099881"/>
                    <a:gd name="connsiteX65" fmla="*/ 1626966 w 2099501"/>
                    <a:gd name="connsiteY65" fmla="*/ 1826133 h 2099881"/>
                    <a:gd name="connsiteX66" fmla="*/ 1458849 w 2099501"/>
                    <a:gd name="connsiteY66" fmla="*/ 1717262 h 2099881"/>
                    <a:gd name="connsiteX67" fmla="*/ 1411129 w 2099501"/>
                    <a:gd name="connsiteY67" fmla="*/ 1715072 h 2099881"/>
                    <a:gd name="connsiteX68" fmla="*/ 1264825 w 2099501"/>
                    <a:gd name="connsiteY68" fmla="*/ 1776127 h 2099881"/>
                    <a:gd name="connsiteX69" fmla="*/ 1232440 w 2099501"/>
                    <a:gd name="connsiteY69" fmla="*/ 1811084 h 2099881"/>
                    <a:gd name="connsiteX70" fmla="*/ 1190816 w 2099501"/>
                    <a:gd name="connsiteY70" fmla="*/ 2006632 h 2099881"/>
                    <a:gd name="connsiteX71" fmla="*/ 909448 w 2099501"/>
                    <a:gd name="connsiteY71" fmla="*/ 2006632 h 2099881"/>
                    <a:gd name="connsiteX72" fmla="*/ 867823 w 2099501"/>
                    <a:gd name="connsiteY72" fmla="*/ 1811084 h 2099881"/>
                    <a:gd name="connsiteX73" fmla="*/ 835438 w 2099501"/>
                    <a:gd name="connsiteY73" fmla="*/ 1776127 h 2099881"/>
                    <a:gd name="connsiteX74" fmla="*/ 689039 w 2099501"/>
                    <a:gd name="connsiteY74" fmla="*/ 1715072 h 2099881"/>
                    <a:gd name="connsiteX75" fmla="*/ 641319 w 2099501"/>
                    <a:gd name="connsiteY75" fmla="*/ 1717262 h 2099881"/>
                    <a:gd name="connsiteX76" fmla="*/ 641319 w 2099501"/>
                    <a:gd name="connsiteY76" fmla="*/ 1717262 h 2099881"/>
                    <a:gd name="connsiteX77" fmla="*/ 473202 w 2099501"/>
                    <a:gd name="connsiteY77" fmla="*/ 1826133 h 2099881"/>
                    <a:gd name="connsiteX78" fmla="*/ 274130 w 2099501"/>
                    <a:gd name="connsiteY78" fmla="*/ 1626680 h 2099881"/>
                    <a:gd name="connsiteX79" fmla="*/ 382810 w 2099501"/>
                    <a:gd name="connsiteY79" fmla="*/ 1458849 h 2099881"/>
                    <a:gd name="connsiteX80" fmla="*/ 384715 w 2099501"/>
                    <a:gd name="connsiteY80" fmla="*/ 1411034 h 2099881"/>
                    <a:gd name="connsiteX81" fmla="*/ 323946 w 2099501"/>
                    <a:gd name="connsiteY81" fmla="*/ 1265015 h 2099881"/>
                    <a:gd name="connsiteX82" fmla="*/ 288989 w 2099501"/>
                    <a:gd name="connsiteY82" fmla="*/ 1232821 h 2099881"/>
                    <a:gd name="connsiteX83" fmla="*/ 288989 w 2099501"/>
                    <a:gd name="connsiteY83" fmla="*/ 1232821 h 2099881"/>
                    <a:gd name="connsiteX84" fmla="*/ 93345 w 2099501"/>
                    <a:gd name="connsiteY84" fmla="*/ 1191101 h 2099881"/>
                    <a:gd name="connsiteX85" fmla="*/ 93345 w 2099501"/>
                    <a:gd name="connsiteY85" fmla="*/ 909447 h 2099881"/>
                    <a:gd name="connsiteX86" fmla="*/ 288989 w 2099501"/>
                    <a:gd name="connsiteY86" fmla="*/ 867823 h 2099881"/>
                    <a:gd name="connsiteX87" fmla="*/ 324041 w 2099501"/>
                    <a:gd name="connsiteY87" fmla="*/ 835057 h 2099881"/>
                    <a:gd name="connsiteX88" fmla="*/ 384810 w 2099501"/>
                    <a:gd name="connsiteY88" fmla="*/ 689039 h 2099881"/>
                    <a:gd name="connsiteX89" fmla="*/ 383001 w 2099501"/>
                    <a:gd name="connsiteY89" fmla="*/ 641223 h 2099881"/>
                    <a:gd name="connsiteX90" fmla="*/ 383001 w 2099501"/>
                    <a:gd name="connsiteY90" fmla="*/ 641223 h 2099881"/>
                    <a:gd name="connsiteX91" fmla="*/ 274130 w 2099501"/>
                    <a:gd name="connsiteY91" fmla="*/ 473488 h 2099881"/>
                    <a:gd name="connsiteX92" fmla="*/ 473202 w 2099501"/>
                    <a:gd name="connsiteY92" fmla="*/ 274415 h 2099881"/>
                    <a:gd name="connsiteX93" fmla="*/ 641319 w 2099501"/>
                    <a:gd name="connsiteY93" fmla="*/ 383286 h 2099881"/>
                    <a:gd name="connsiteX94" fmla="*/ 689039 w 2099501"/>
                    <a:gd name="connsiteY94" fmla="*/ 384905 h 2099881"/>
                    <a:gd name="connsiteX95" fmla="*/ 835343 w 2099501"/>
                    <a:gd name="connsiteY95" fmla="*/ 324326 h 2099881"/>
                    <a:gd name="connsiteX96" fmla="*/ 867728 w 2099501"/>
                    <a:gd name="connsiteY96" fmla="*/ 289370 h 2099881"/>
                    <a:gd name="connsiteX97" fmla="*/ 867728 w 2099501"/>
                    <a:gd name="connsiteY97" fmla="*/ 289370 h 2099881"/>
                    <a:gd name="connsiteX98" fmla="*/ 909352 w 2099501"/>
                    <a:gd name="connsiteY98" fmla="*/ 93250 h 2099881"/>
                    <a:gd name="connsiteX99" fmla="*/ 1190911 w 2099501"/>
                    <a:gd name="connsiteY99" fmla="*/ 93250 h 2099881"/>
                    <a:gd name="connsiteX100" fmla="*/ 1232536 w 2099501"/>
                    <a:gd name="connsiteY100" fmla="*/ 289370 h 2099881"/>
                    <a:gd name="connsiteX101" fmla="*/ 1264921 w 2099501"/>
                    <a:gd name="connsiteY101" fmla="*/ 324326 h 2099881"/>
                    <a:gd name="connsiteX102" fmla="*/ 1410844 w 2099501"/>
                    <a:gd name="connsiteY102" fmla="*/ 384810 h 2099881"/>
                    <a:gd name="connsiteX103" fmla="*/ 1458564 w 2099501"/>
                    <a:gd name="connsiteY103" fmla="*/ 383191 h 2099881"/>
                    <a:gd name="connsiteX104" fmla="*/ 1626680 w 2099501"/>
                    <a:gd name="connsiteY104" fmla="*/ 274320 h 2099881"/>
                    <a:gd name="connsiteX105" fmla="*/ 1825753 w 2099501"/>
                    <a:gd name="connsiteY105" fmla="*/ 473393 h 2099881"/>
                    <a:gd name="connsiteX106" fmla="*/ 1716786 w 2099501"/>
                    <a:gd name="connsiteY106" fmla="*/ 641128 h 2099881"/>
                    <a:gd name="connsiteX107" fmla="*/ 1714882 w 2099501"/>
                    <a:gd name="connsiteY107" fmla="*/ 688943 h 2099881"/>
                    <a:gd name="connsiteX108" fmla="*/ 1775651 w 2099501"/>
                    <a:gd name="connsiteY108" fmla="*/ 834961 h 2099881"/>
                    <a:gd name="connsiteX109" fmla="*/ 1811084 w 2099501"/>
                    <a:gd name="connsiteY109" fmla="*/ 867728 h 2099881"/>
                    <a:gd name="connsiteX110" fmla="*/ 2006537 w 2099501"/>
                    <a:gd name="connsiteY110" fmla="*/ 909352 h 2099881"/>
                    <a:gd name="connsiteX111" fmla="*/ 2006537 w 2099501"/>
                    <a:gd name="connsiteY111" fmla="*/ 1191006 h 2099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</a:cxnLst>
                  <a:rect l="l" t="t" r="r" b="b"/>
                  <a:pathLst>
                    <a:path w="2099501" h="2099881">
                      <a:moveTo>
                        <a:pt x="2062734" y="826103"/>
                      </a:moveTo>
                      <a:lnTo>
                        <a:pt x="1856804" y="782193"/>
                      </a:lnTo>
                      <a:cubicBezTo>
                        <a:pt x="1843945" y="743331"/>
                        <a:pt x="1828229" y="705422"/>
                        <a:pt x="1809941" y="668846"/>
                      </a:cubicBezTo>
                      <a:lnTo>
                        <a:pt x="1924717" y="492157"/>
                      </a:lnTo>
                      <a:lnTo>
                        <a:pt x="1924717" y="492157"/>
                      </a:lnTo>
                      <a:cubicBezTo>
                        <a:pt x="1936623" y="473678"/>
                        <a:pt x="1934052" y="449294"/>
                        <a:pt x="1918526" y="433769"/>
                      </a:cubicBezTo>
                      <a:lnTo>
                        <a:pt x="1666114" y="181547"/>
                      </a:lnTo>
                      <a:cubicBezTo>
                        <a:pt x="1650588" y="165926"/>
                        <a:pt x="1626204" y="163354"/>
                        <a:pt x="1607725" y="175451"/>
                      </a:cubicBezTo>
                      <a:lnTo>
                        <a:pt x="1430751" y="289941"/>
                      </a:lnTo>
                      <a:cubicBezTo>
                        <a:pt x="1394270" y="271653"/>
                        <a:pt x="1356551" y="256032"/>
                        <a:pt x="1317880" y="243269"/>
                      </a:cubicBezTo>
                      <a:lnTo>
                        <a:pt x="1273969" y="37148"/>
                      </a:lnTo>
                      <a:lnTo>
                        <a:pt x="1273969" y="37148"/>
                      </a:lnTo>
                      <a:cubicBezTo>
                        <a:pt x="1269493" y="15526"/>
                        <a:pt x="1250443" y="0"/>
                        <a:pt x="1228344" y="0"/>
                      </a:cubicBezTo>
                      <a:lnTo>
                        <a:pt x="871348" y="0"/>
                      </a:lnTo>
                      <a:cubicBezTo>
                        <a:pt x="849249" y="0"/>
                        <a:pt x="830295" y="15621"/>
                        <a:pt x="825818" y="37148"/>
                      </a:cubicBezTo>
                      <a:lnTo>
                        <a:pt x="781908" y="243269"/>
                      </a:lnTo>
                      <a:cubicBezTo>
                        <a:pt x="743141" y="256032"/>
                        <a:pt x="705422" y="271653"/>
                        <a:pt x="669036" y="289941"/>
                      </a:cubicBezTo>
                      <a:lnTo>
                        <a:pt x="492062" y="175451"/>
                      </a:lnTo>
                      <a:cubicBezTo>
                        <a:pt x="473583" y="163354"/>
                        <a:pt x="449199" y="165926"/>
                        <a:pt x="433674" y="181547"/>
                      </a:cubicBezTo>
                      <a:lnTo>
                        <a:pt x="181166" y="433769"/>
                      </a:lnTo>
                      <a:cubicBezTo>
                        <a:pt x="165640" y="449390"/>
                        <a:pt x="163068" y="473678"/>
                        <a:pt x="175070" y="492157"/>
                      </a:cubicBezTo>
                      <a:lnTo>
                        <a:pt x="289656" y="668846"/>
                      </a:lnTo>
                      <a:lnTo>
                        <a:pt x="289656" y="668846"/>
                      </a:lnTo>
                      <a:cubicBezTo>
                        <a:pt x="271368" y="705517"/>
                        <a:pt x="255747" y="743331"/>
                        <a:pt x="242888" y="782193"/>
                      </a:cubicBezTo>
                      <a:lnTo>
                        <a:pt x="36957" y="826103"/>
                      </a:lnTo>
                      <a:lnTo>
                        <a:pt x="36957" y="826103"/>
                      </a:lnTo>
                      <a:cubicBezTo>
                        <a:pt x="15336" y="830580"/>
                        <a:pt x="-95" y="849630"/>
                        <a:pt x="0" y="871633"/>
                      </a:cubicBezTo>
                      <a:lnTo>
                        <a:pt x="0" y="1228249"/>
                      </a:lnTo>
                      <a:cubicBezTo>
                        <a:pt x="0" y="1250347"/>
                        <a:pt x="15431" y="1269492"/>
                        <a:pt x="36957" y="1274350"/>
                      </a:cubicBezTo>
                      <a:lnTo>
                        <a:pt x="242888" y="1318260"/>
                      </a:lnTo>
                      <a:lnTo>
                        <a:pt x="242888" y="1318260"/>
                      </a:lnTo>
                      <a:cubicBezTo>
                        <a:pt x="255937" y="1356932"/>
                        <a:pt x="271558" y="1394555"/>
                        <a:pt x="289656" y="1431036"/>
                      </a:cubicBezTo>
                      <a:lnTo>
                        <a:pt x="175070" y="1607725"/>
                      </a:lnTo>
                      <a:cubicBezTo>
                        <a:pt x="163068" y="1626203"/>
                        <a:pt x="165735" y="1650492"/>
                        <a:pt x="181166" y="1666113"/>
                      </a:cubicBezTo>
                      <a:lnTo>
                        <a:pt x="433674" y="1918907"/>
                      </a:lnTo>
                      <a:cubicBezTo>
                        <a:pt x="449390" y="1934242"/>
                        <a:pt x="473583" y="1936813"/>
                        <a:pt x="492062" y="1925003"/>
                      </a:cubicBezTo>
                      <a:lnTo>
                        <a:pt x="669036" y="1809941"/>
                      </a:lnTo>
                      <a:cubicBezTo>
                        <a:pt x="705517" y="1828133"/>
                        <a:pt x="743236" y="1843945"/>
                        <a:pt x="781908" y="1857089"/>
                      </a:cubicBezTo>
                      <a:lnTo>
                        <a:pt x="825818" y="2062639"/>
                      </a:lnTo>
                      <a:lnTo>
                        <a:pt x="825818" y="2062639"/>
                      </a:lnTo>
                      <a:cubicBezTo>
                        <a:pt x="830295" y="2084261"/>
                        <a:pt x="849249" y="2099786"/>
                        <a:pt x="871348" y="2099882"/>
                      </a:cubicBezTo>
                      <a:lnTo>
                        <a:pt x="1228440" y="2099882"/>
                      </a:lnTo>
                      <a:cubicBezTo>
                        <a:pt x="1250538" y="2099882"/>
                        <a:pt x="1269493" y="2084261"/>
                        <a:pt x="1274065" y="2062639"/>
                      </a:cubicBezTo>
                      <a:lnTo>
                        <a:pt x="1317975" y="1857089"/>
                      </a:lnTo>
                      <a:lnTo>
                        <a:pt x="1317975" y="1857089"/>
                      </a:lnTo>
                      <a:cubicBezTo>
                        <a:pt x="1356646" y="1843850"/>
                        <a:pt x="1394365" y="1828133"/>
                        <a:pt x="1430846" y="1809845"/>
                      </a:cubicBezTo>
                      <a:lnTo>
                        <a:pt x="1607535" y="1924907"/>
                      </a:lnTo>
                      <a:lnTo>
                        <a:pt x="1607535" y="1924907"/>
                      </a:lnTo>
                      <a:cubicBezTo>
                        <a:pt x="1626013" y="1936718"/>
                        <a:pt x="1650207" y="1934146"/>
                        <a:pt x="1665923" y="1918811"/>
                      </a:cubicBezTo>
                      <a:lnTo>
                        <a:pt x="1918336" y="1666018"/>
                      </a:lnTo>
                      <a:cubicBezTo>
                        <a:pt x="1933861" y="1650397"/>
                        <a:pt x="1936433" y="1626108"/>
                        <a:pt x="1924527" y="1607630"/>
                      </a:cubicBezTo>
                      <a:lnTo>
                        <a:pt x="1809750" y="1430941"/>
                      </a:lnTo>
                      <a:cubicBezTo>
                        <a:pt x="1828039" y="1394460"/>
                        <a:pt x="1843659" y="1356836"/>
                        <a:pt x="1856614" y="1318165"/>
                      </a:cubicBezTo>
                      <a:lnTo>
                        <a:pt x="2062544" y="1274255"/>
                      </a:lnTo>
                      <a:cubicBezTo>
                        <a:pt x="2084166" y="1269397"/>
                        <a:pt x="2099501" y="1250252"/>
                        <a:pt x="2099501" y="1228154"/>
                      </a:cubicBezTo>
                      <a:lnTo>
                        <a:pt x="2099501" y="871538"/>
                      </a:lnTo>
                      <a:cubicBezTo>
                        <a:pt x="2099596" y="849440"/>
                        <a:pt x="2084166" y="830390"/>
                        <a:pt x="2062544" y="826008"/>
                      </a:cubicBezTo>
                      <a:close/>
                      <a:moveTo>
                        <a:pt x="2006347" y="1191101"/>
                      </a:moveTo>
                      <a:lnTo>
                        <a:pt x="2006251" y="1191101"/>
                      </a:lnTo>
                      <a:lnTo>
                        <a:pt x="1810608" y="1232821"/>
                      </a:lnTo>
                      <a:cubicBezTo>
                        <a:pt x="1793844" y="1236155"/>
                        <a:pt x="1780318" y="1248537"/>
                        <a:pt x="1775556" y="1265015"/>
                      </a:cubicBezTo>
                      <a:cubicBezTo>
                        <a:pt x="1760697" y="1315688"/>
                        <a:pt x="1740409" y="1364647"/>
                        <a:pt x="1715167" y="1411129"/>
                      </a:cubicBezTo>
                      <a:cubicBezTo>
                        <a:pt x="1706976" y="1426274"/>
                        <a:pt x="1707738" y="1444562"/>
                        <a:pt x="1717072" y="1458944"/>
                      </a:cubicBezTo>
                      <a:lnTo>
                        <a:pt x="1717072" y="1458944"/>
                      </a:lnTo>
                      <a:lnTo>
                        <a:pt x="1826038" y="1626680"/>
                      </a:lnTo>
                      <a:lnTo>
                        <a:pt x="1626966" y="1826133"/>
                      </a:lnTo>
                      <a:lnTo>
                        <a:pt x="1458849" y="1717262"/>
                      </a:lnTo>
                      <a:cubicBezTo>
                        <a:pt x="1444467" y="1708023"/>
                        <a:pt x="1426274" y="1707166"/>
                        <a:pt x="1411129" y="1715072"/>
                      </a:cubicBezTo>
                      <a:cubicBezTo>
                        <a:pt x="1364743" y="1740599"/>
                        <a:pt x="1315594" y="1761077"/>
                        <a:pt x="1264825" y="1776127"/>
                      </a:cubicBezTo>
                      <a:cubicBezTo>
                        <a:pt x="1248347" y="1780889"/>
                        <a:pt x="1235869" y="1794320"/>
                        <a:pt x="1232440" y="1811084"/>
                      </a:cubicBezTo>
                      <a:lnTo>
                        <a:pt x="1190816" y="2006632"/>
                      </a:lnTo>
                      <a:lnTo>
                        <a:pt x="909448" y="2006632"/>
                      </a:lnTo>
                      <a:lnTo>
                        <a:pt x="867823" y="1811084"/>
                      </a:lnTo>
                      <a:cubicBezTo>
                        <a:pt x="864394" y="1794320"/>
                        <a:pt x="851917" y="1780889"/>
                        <a:pt x="835438" y="1776127"/>
                      </a:cubicBezTo>
                      <a:cubicBezTo>
                        <a:pt x="784575" y="1760982"/>
                        <a:pt x="735616" y="1740503"/>
                        <a:pt x="689039" y="1715072"/>
                      </a:cubicBezTo>
                      <a:cubicBezTo>
                        <a:pt x="673894" y="1707166"/>
                        <a:pt x="655702" y="1708023"/>
                        <a:pt x="641319" y="1717262"/>
                      </a:cubicBezTo>
                      <a:lnTo>
                        <a:pt x="641319" y="1717262"/>
                      </a:lnTo>
                      <a:lnTo>
                        <a:pt x="473202" y="1826133"/>
                      </a:lnTo>
                      <a:lnTo>
                        <a:pt x="274130" y="1626680"/>
                      </a:lnTo>
                      <a:lnTo>
                        <a:pt x="382810" y="1458849"/>
                      </a:lnTo>
                      <a:cubicBezTo>
                        <a:pt x="392145" y="1444466"/>
                        <a:pt x="392812" y="1426178"/>
                        <a:pt x="384715" y="1411034"/>
                      </a:cubicBezTo>
                      <a:cubicBezTo>
                        <a:pt x="359379" y="1364647"/>
                        <a:pt x="338995" y="1315688"/>
                        <a:pt x="323946" y="1265015"/>
                      </a:cubicBezTo>
                      <a:cubicBezTo>
                        <a:pt x="319278" y="1248537"/>
                        <a:pt x="305753" y="1236155"/>
                        <a:pt x="288989" y="1232821"/>
                      </a:cubicBezTo>
                      <a:lnTo>
                        <a:pt x="288989" y="1232821"/>
                      </a:lnTo>
                      <a:lnTo>
                        <a:pt x="93345" y="1191101"/>
                      </a:lnTo>
                      <a:lnTo>
                        <a:pt x="93345" y="909447"/>
                      </a:lnTo>
                      <a:lnTo>
                        <a:pt x="288989" y="867823"/>
                      </a:lnTo>
                      <a:cubicBezTo>
                        <a:pt x="305753" y="864108"/>
                        <a:pt x="319183" y="851535"/>
                        <a:pt x="324041" y="835057"/>
                      </a:cubicBezTo>
                      <a:cubicBezTo>
                        <a:pt x="339186" y="784384"/>
                        <a:pt x="359474" y="735425"/>
                        <a:pt x="384810" y="689039"/>
                      </a:cubicBezTo>
                      <a:cubicBezTo>
                        <a:pt x="393002" y="673989"/>
                        <a:pt x="392335" y="655701"/>
                        <a:pt x="383001" y="641223"/>
                      </a:cubicBezTo>
                      <a:lnTo>
                        <a:pt x="383001" y="641223"/>
                      </a:lnTo>
                      <a:lnTo>
                        <a:pt x="274130" y="473488"/>
                      </a:lnTo>
                      <a:lnTo>
                        <a:pt x="473202" y="274415"/>
                      </a:lnTo>
                      <a:lnTo>
                        <a:pt x="641319" y="383286"/>
                      </a:lnTo>
                      <a:cubicBezTo>
                        <a:pt x="655797" y="392430"/>
                        <a:pt x="673989" y="393002"/>
                        <a:pt x="689039" y="384905"/>
                      </a:cubicBezTo>
                      <a:cubicBezTo>
                        <a:pt x="735521" y="359569"/>
                        <a:pt x="784575" y="339281"/>
                        <a:pt x="835343" y="324326"/>
                      </a:cubicBezTo>
                      <a:cubicBezTo>
                        <a:pt x="851726" y="319373"/>
                        <a:pt x="864109" y="306038"/>
                        <a:pt x="867728" y="289370"/>
                      </a:cubicBezTo>
                      <a:lnTo>
                        <a:pt x="867728" y="289370"/>
                      </a:lnTo>
                      <a:lnTo>
                        <a:pt x="909352" y="93250"/>
                      </a:lnTo>
                      <a:lnTo>
                        <a:pt x="1190911" y="93250"/>
                      </a:lnTo>
                      <a:lnTo>
                        <a:pt x="1232536" y="289370"/>
                      </a:lnTo>
                      <a:cubicBezTo>
                        <a:pt x="1236155" y="306038"/>
                        <a:pt x="1248538" y="319469"/>
                        <a:pt x="1264921" y="324326"/>
                      </a:cubicBezTo>
                      <a:cubicBezTo>
                        <a:pt x="1315689" y="338995"/>
                        <a:pt x="1364552" y="359283"/>
                        <a:pt x="1410844" y="384810"/>
                      </a:cubicBezTo>
                      <a:cubicBezTo>
                        <a:pt x="1425893" y="392906"/>
                        <a:pt x="1444086" y="392335"/>
                        <a:pt x="1458564" y="383191"/>
                      </a:cubicBezTo>
                      <a:lnTo>
                        <a:pt x="1626680" y="274320"/>
                      </a:lnTo>
                      <a:lnTo>
                        <a:pt x="1825753" y="473393"/>
                      </a:lnTo>
                      <a:lnTo>
                        <a:pt x="1716786" y="641128"/>
                      </a:lnTo>
                      <a:cubicBezTo>
                        <a:pt x="1707452" y="655511"/>
                        <a:pt x="1706785" y="673799"/>
                        <a:pt x="1714882" y="688943"/>
                      </a:cubicBezTo>
                      <a:cubicBezTo>
                        <a:pt x="1740218" y="735330"/>
                        <a:pt x="1760506" y="784289"/>
                        <a:pt x="1775651" y="834961"/>
                      </a:cubicBezTo>
                      <a:cubicBezTo>
                        <a:pt x="1780604" y="851535"/>
                        <a:pt x="1794130" y="864108"/>
                        <a:pt x="1811084" y="867728"/>
                      </a:cubicBezTo>
                      <a:lnTo>
                        <a:pt x="2006537" y="909352"/>
                      </a:lnTo>
                      <a:lnTo>
                        <a:pt x="2006537" y="119100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ABAC869F-B294-D436-390E-BE610D20D0EC}"/>
                    </a:ext>
                  </a:extLst>
                </p:cNvPr>
                <p:cNvSpPr/>
                <p:nvPr/>
              </p:nvSpPr>
              <p:spPr>
                <a:xfrm>
                  <a:off x="-7625797" y="288988"/>
                  <a:ext cx="2787491" cy="2788920"/>
                </a:xfrm>
                <a:custGeom>
                  <a:avLst/>
                  <a:gdLst>
                    <a:gd name="connsiteX0" fmla="*/ 2379631 w 2787491"/>
                    <a:gd name="connsiteY0" fmla="*/ 408051 h 2788920"/>
                    <a:gd name="connsiteX1" fmla="*/ 2379631 w 2787491"/>
                    <a:gd name="connsiteY1" fmla="*/ 407765 h 2788920"/>
                    <a:gd name="connsiteX2" fmla="*/ 1393698 w 2787491"/>
                    <a:gd name="connsiteY2" fmla="*/ 0 h 2788920"/>
                    <a:gd name="connsiteX3" fmla="*/ 408146 w 2787491"/>
                    <a:gd name="connsiteY3" fmla="*/ 408623 h 2788920"/>
                    <a:gd name="connsiteX4" fmla="*/ 0 w 2787491"/>
                    <a:gd name="connsiteY4" fmla="*/ 1394460 h 2788920"/>
                    <a:gd name="connsiteX5" fmla="*/ 408146 w 2787491"/>
                    <a:gd name="connsiteY5" fmla="*/ 2380298 h 2788920"/>
                    <a:gd name="connsiteX6" fmla="*/ 1393698 w 2787491"/>
                    <a:gd name="connsiteY6" fmla="*/ 2788920 h 2788920"/>
                    <a:gd name="connsiteX7" fmla="*/ 2379631 w 2787491"/>
                    <a:gd name="connsiteY7" fmla="*/ 2381155 h 2788920"/>
                    <a:gd name="connsiteX8" fmla="*/ 2787491 w 2787491"/>
                    <a:gd name="connsiteY8" fmla="*/ 1394555 h 2788920"/>
                    <a:gd name="connsiteX9" fmla="*/ 2379631 w 2787491"/>
                    <a:gd name="connsiteY9" fmla="*/ 407956 h 2788920"/>
                    <a:gd name="connsiteX10" fmla="*/ 2313528 w 2787491"/>
                    <a:gd name="connsiteY10" fmla="*/ 2314861 h 2788920"/>
                    <a:gd name="connsiteX11" fmla="*/ 2313528 w 2787491"/>
                    <a:gd name="connsiteY11" fmla="*/ 2314861 h 2788920"/>
                    <a:gd name="connsiteX12" fmla="*/ 1393031 w 2787491"/>
                    <a:gd name="connsiteY12" fmla="*/ 2695575 h 2788920"/>
                    <a:gd name="connsiteX13" fmla="*/ 472535 w 2787491"/>
                    <a:gd name="connsiteY13" fmla="*/ 2314861 h 2788920"/>
                    <a:gd name="connsiteX14" fmla="*/ 91250 w 2787491"/>
                    <a:gd name="connsiteY14" fmla="*/ 1394365 h 2788920"/>
                    <a:gd name="connsiteX15" fmla="*/ 472535 w 2787491"/>
                    <a:gd name="connsiteY15" fmla="*/ 473869 h 2788920"/>
                    <a:gd name="connsiteX16" fmla="*/ 1393031 w 2787491"/>
                    <a:gd name="connsiteY16" fmla="*/ 92583 h 2788920"/>
                    <a:gd name="connsiteX17" fmla="*/ 2313528 w 2787491"/>
                    <a:gd name="connsiteY17" fmla="*/ 473869 h 2788920"/>
                    <a:gd name="connsiteX18" fmla="*/ 2694813 w 2787491"/>
                    <a:gd name="connsiteY18" fmla="*/ 1394365 h 2788920"/>
                    <a:gd name="connsiteX19" fmla="*/ 2313528 w 2787491"/>
                    <a:gd name="connsiteY19" fmla="*/ 2314861 h 2788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787491" h="2788920">
                      <a:moveTo>
                        <a:pt x="2379631" y="408051"/>
                      </a:moveTo>
                      <a:lnTo>
                        <a:pt x="2379631" y="407765"/>
                      </a:lnTo>
                      <a:cubicBezTo>
                        <a:pt x="2118074" y="146495"/>
                        <a:pt x="1763363" y="-190"/>
                        <a:pt x="1393698" y="0"/>
                      </a:cubicBezTo>
                      <a:cubicBezTo>
                        <a:pt x="1024033" y="191"/>
                        <a:pt x="669512" y="147161"/>
                        <a:pt x="408146" y="408623"/>
                      </a:cubicBezTo>
                      <a:cubicBezTo>
                        <a:pt x="146780" y="670084"/>
                        <a:pt x="0" y="1024700"/>
                        <a:pt x="0" y="1394460"/>
                      </a:cubicBezTo>
                      <a:cubicBezTo>
                        <a:pt x="0" y="1764221"/>
                        <a:pt x="146780" y="2118836"/>
                        <a:pt x="408146" y="2380298"/>
                      </a:cubicBezTo>
                      <a:cubicBezTo>
                        <a:pt x="669512" y="2641854"/>
                        <a:pt x="1024033" y="2788825"/>
                        <a:pt x="1393698" y="2788920"/>
                      </a:cubicBezTo>
                      <a:cubicBezTo>
                        <a:pt x="1763363" y="2789111"/>
                        <a:pt x="2118074" y="2642426"/>
                        <a:pt x="2379631" y="2381155"/>
                      </a:cubicBezTo>
                      <a:cubicBezTo>
                        <a:pt x="2640806" y="2119218"/>
                        <a:pt x="2787491" y="1764506"/>
                        <a:pt x="2787491" y="1394555"/>
                      </a:cubicBezTo>
                      <a:cubicBezTo>
                        <a:pt x="2787491" y="1024605"/>
                        <a:pt x="2640806" y="669893"/>
                        <a:pt x="2379631" y="407956"/>
                      </a:cubicBezTo>
                      <a:close/>
                      <a:moveTo>
                        <a:pt x="2313528" y="2314861"/>
                      </a:moveTo>
                      <a:lnTo>
                        <a:pt x="2313528" y="2314861"/>
                      </a:lnTo>
                      <a:cubicBezTo>
                        <a:pt x="2069211" y="2558701"/>
                        <a:pt x="1738217" y="2695575"/>
                        <a:pt x="1393031" y="2695575"/>
                      </a:cubicBezTo>
                      <a:cubicBezTo>
                        <a:pt x="1047845" y="2695575"/>
                        <a:pt x="716852" y="2558701"/>
                        <a:pt x="472535" y="2314861"/>
                      </a:cubicBezTo>
                      <a:cubicBezTo>
                        <a:pt x="228410" y="2070735"/>
                        <a:pt x="91250" y="1739551"/>
                        <a:pt x="91250" y="1394365"/>
                      </a:cubicBezTo>
                      <a:cubicBezTo>
                        <a:pt x="91250" y="1049179"/>
                        <a:pt x="228410" y="717995"/>
                        <a:pt x="472535" y="473869"/>
                      </a:cubicBezTo>
                      <a:cubicBezTo>
                        <a:pt x="716661" y="229743"/>
                        <a:pt x="1047750" y="92583"/>
                        <a:pt x="1393031" y="92583"/>
                      </a:cubicBezTo>
                      <a:cubicBezTo>
                        <a:pt x="1738313" y="92583"/>
                        <a:pt x="2069402" y="229743"/>
                        <a:pt x="2313528" y="473869"/>
                      </a:cubicBezTo>
                      <a:cubicBezTo>
                        <a:pt x="2557653" y="717995"/>
                        <a:pt x="2694813" y="1049179"/>
                        <a:pt x="2694813" y="1394365"/>
                      </a:cubicBezTo>
                      <a:cubicBezTo>
                        <a:pt x="2694813" y="1739551"/>
                        <a:pt x="2557653" y="2070735"/>
                        <a:pt x="2313528" y="231486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A00A43B8-3C09-04D0-2B32-5DBCB2C19627}"/>
                    </a:ext>
                  </a:extLst>
                </p:cNvPr>
                <p:cNvSpPr/>
                <p:nvPr/>
              </p:nvSpPr>
              <p:spPr>
                <a:xfrm>
                  <a:off x="-7916336" y="-18"/>
                  <a:ext cx="3977571" cy="3977578"/>
                </a:xfrm>
                <a:custGeom>
                  <a:avLst/>
                  <a:gdLst>
                    <a:gd name="connsiteX0" fmla="*/ 3896133 w 3977571"/>
                    <a:gd name="connsiteY0" fmla="*/ 3491693 h 3977578"/>
                    <a:gd name="connsiteX1" fmla="*/ 3238527 w 3977571"/>
                    <a:gd name="connsiteY1" fmla="*/ 2834468 h 3977578"/>
                    <a:gd name="connsiteX2" fmla="*/ 3205570 w 3977571"/>
                    <a:gd name="connsiteY2" fmla="*/ 2820657 h 3977578"/>
                    <a:gd name="connsiteX3" fmla="*/ 3172614 w 3977571"/>
                    <a:gd name="connsiteY3" fmla="*/ 2834468 h 3977578"/>
                    <a:gd name="connsiteX4" fmla="*/ 3111273 w 3977571"/>
                    <a:gd name="connsiteY4" fmla="*/ 2895619 h 3977578"/>
                    <a:gd name="connsiteX5" fmla="*/ 2978304 w 3977571"/>
                    <a:gd name="connsiteY5" fmla="*/ 2762840 h 3977578"/>
                    <a:gd name="connsiteX6" fmla="*/ 2978304 w 3977571"/>
                    <a:gd name="connsiteY6" fmla="*/ 2762840 h 3977578"/>
                    <a:gd name="connsiteX7" fmla="*/ 3363495 w 3977571"/>
                    <a:gd name="connsiteY7" fmla="*/ 1569929 h 3977578"/>
                    <a:gd name="connsiteX8" fmla="*/ 2818760 w 3977571"/>
                    <a:gd name="connsiteY8" fmla="*/ 440931 h 3977578"/>
                    <a:gd name="connsiteX9" fmla="*/ 1645185 w 3977571"/>
                    <a:gd name="connsiteY9" fmla="*/ 399 h 3977578"/>
                    <a:gd name="connsiteX10" fmla="*/ 492088 w 3977571"/>
                    <a:gd name="connsiteY10" fmla="*/ 491794 h 3977578"/>
                    <a:gd name="connsiteX11" fmla="*/ 408 w 3977571"/>
                    <a:gd name="connsiteY11" fmla="*/ 1644986 h 3977578"/>
                    <a:gd name="connsiteX12" fmla="*/ 440844 w 3977571"/>
                    <a:gd name="connsiteY12" fmla="*/ 2818657 h 3977578"/>
                    <a:gd name="connsiteX13" fmla="*/ 1569747 w 3977571"/>
                    <a:gd name="connsiteY13" fmla="*/ 3363582 h 3977578"/>
                    <a:gd name="connsiteX14" fmla="*/ 2762562 w 3977571"/>
                    <a:gd name="connsiteY14" fmla="*/ 2978296 h 3977578"/>
                    <a:gd name="connsiteX15" fmla="*/ 2895531 w 3977571"/>
                    <a:gd name="connsiteY15" fmla="*/ 3111074 h 3977578"/>
                    <a:gd name="connsiteX16" fmla="*/ 2834095 w 3977571"/>
                    <a:gd name="connsiteY16" fmla="*/ 3172225 h 3977578"/>
                    <a:gd name="connsiteX17" fmla="*/ 2820284 w 3977571"/>
                    <a:gd name="connsiteY17" fmla="*/ 3205371 h 3977578"/>
                    <a:gd name="connsiteX18" fmla="*/ 2834095 w 3977571"/>
                    <a:gd name="connsiteY18" fmla="*/ 3238519 h 3977578"/>
                    <a:gd name="connsiteX19" fmla="*/ 3491796 w 3977571"/>
                    <a:gd name="connsiteY19" fmla="*/ 3896125 h 3977578"/>
                    <a:gd name="connsiteX20" fmla="*/ 3766783 w 3977571"/>
                    <a:gd name="connsiteY20" fmla="*/ 3967562 h 3977578"/>
                    <a:gd name="connsiteX21" fmla="*/ 3967570 w 3977571"/>
                    <a:gd name="connsiteY21" fmla="*/ 3766680 h 3977578"/>
                    <a:gd name="connsiteX22" fmla="*/ 3896037 w 3977571"/>
                    <a:gd name="connsiteY22" fmla="*/ 3491693 h 3977578"/>
                    <a:gd name="connsiteX23" fmla="*/ 2292885 w 3977571"/>
                    <a:gd name="connsiteY23" fmla="*/ 3154603 h 3977578"/>
                    <a:gd name="connsiteX24" fmla="*/ 1373055 w 3977571"/>
                    <a:gd name="connsiteY24" fmla="*/ 3245186 h 3977578"/>
                    <a:gd name="connsiteX25" fmla="*/ 557906 w 3977571"/>
                    <a:gd name="connsiteY25" fmla="*/ 2809417 h 3977578"/>
                    <a:gd name="connsiteX26" fmla="*/ 557906 w 3977571"/>
                    <a:gd name="connsiteY26" fmla="*/ 2809608 h 3977578"/>
                    <a:gd name="connsiteX27" fmla="*/ 142044 w 3977571"/>
                    <a:gd name="connsiteY27" fmla="*/ 2096471 h 3977578"/>
                    <a:gd name="connsiteX28" fmla="*/ 142044 w 3977571"/>
                    <a:gd name="connsiteY28" fmla="*/ 1270939 h 3977578"/>
                    <a:gd name="connsiteX29" fmla="*/ 557906 w 3977571"/>
                    <a:gd name="connsiteY29" fmla="*/ 557803 h 3977578"/>
                    <a:gd name="connsiteX30" fmla="*/ 1373055 w 3977571"/>
                    <a:gd name="connsiteY30" fmla="*/ 122034 h 3977578"/>
                    <a:gd name="connsiteX31" fmla="*/ 2292885 w 3977571"/>
                    <a:gd name="connsiteY31" fmla="*/ 212616 h 3977578"/>
                    <a:gd name="connsiteX32" fmla="*/ 3007355 w 3977571"/>
                    <a:gd name="connsiteY32" fmla="*/ 798975 h 3977578"/>
                    <a:gd name="connsiteX33" fmla="*/ 3275674 w 3977571"/>
                    <a:gd name="connsiteY33" fmla="*/ 1683562 h 3977578"/>
                    <a:gd name="connsiteX34" fmla="*/ 3007355 w 3977571"/>
                    <a:gd name="connsiteY34" fmla="*/ 2568149 h 3977578"/>
                    <a:gd name="connsiteX35" fmla="*/ 2292885 w 3977571"/>
                    <a:gd name="connsiteY35" fmla="*/ 3154603 h 3977578"/>
                    <a:gd name="connsiteX36" fmla="*/ 2832762 w 3977571"/>
                    <a:gd name="connsiteY36" fmla="*/ 2916097 h 3977578"/>
                    <a:gd name="connsiteX37" fmla="*/ 2832667 w 3977571"/>
                    <a:gd name="connsiteY37" fmla="*/ 2916097 h 3977578"/>
                    <a:gd name="connsiteX38" fmla="*/ 2875243 w 3977571"/>
                    <a:gd name="connsiteY38" fmla="*/ 2874949 h 3977578"/>
                    <a:gd name="connsiteX39" fmla="*/ 2916201 w 3977571"/>
                    <a:gd name="connsiteY39" fmla="*/ 2832754 h 3977578"/>
                    <a:gd name="connsiteX40" fmla="*/ 3045074 w 3977571"/>
                    <a:gd name="connsiteY40" fmla="*/ 2961627 h 3977578"/>
                    <a:gd name="connsiteX41" fmla="*/ 2961730 w 3977571"/>
                    <a:gd name="connsiteY41" fmla="*/ 3045066 h 3977578"/>
                    <a:gd name="connsiteX42" fmla="*/ 2832762 w 3977571"/>
                    <a:gd name="connsiteY42" fmla="*/ 2916193 h 3977578"/>
                    <a:gd name="connsiteX43" fmla="*/ 2933155 w 3977571"/>
                    <a:gd name="connsiteY43" fmla="*/ 3205467 h 3977578"/>
                    <a:gd name="connsiteX44" fmla="*/ 3205475 w 3977571"/>
                    <a:gd name="connsiteY44" fmla="*/ 2933242 h 3977578"/>
                    <a:gd name="connsiteX45" fmla="*/ 3299201 w 3977571"/>
                    <a:gd name="connsiteY45" fmla="*/ 3027159 h 3977578"/>
                    <a:gd name="connsiteX46" fmla="*/ 3026977 w 3977571"/>
                    <a:gd name="connsiteY46" fmla="*/ 3299383 h 3977578"/>
                    <a:gd name="connsiteX47" fmla="*/ 2933155 w 3977571"/>
                    <a:gd name="connsiteY47" fmla="*/ 3205467 h 3977578"/>
                    <a:gd name="connsiteX48" fmla="*/ 3092985 w 3977571"/>
                    <a:gd name="connsiteY48" fmla="*/ 3364915 h 3977578"/>
                    <a:gd name="connsiteX49" fmla="*/ 3092985 w 3977571"/>
                    <a:gd name="connsiteY49" fmla="*/ 3364915 h 3977578"/>
                    <a:gd name="connsiteX50" fmla="*/ 3365304 w 3977571"/>
                    <a:gd name="connsiteY50" fmla="*/ 3092691 h 3977578"/>
                    <a:gd name="connsiteX51" fmla="*/ 3418359 w 3977571"/>
                    <a:gd name="connsiteY51" fmla="*/ 3146031 h 3977578"/>
                    <a:gd name="connsiteX52" fmla="*/ 3146134 w 3977571"/>
                    <a:gd name="connsiteY52" fmla="*/ 3418255 h 3977578"/>
                    <a:gd name="connsiteX53" fmla="*/ 3093080 w 3977571"/>
                    <a:gd name="connsiteY53" fmla="*/ 3364915 h 3977578"/>
                    <a:gd name="connsiteX54" fmla="*/ 3507322 w 3977571"/>
                    <a:gd name="connsiteY54" fmla="*/ 3779348 h 3977578"/>
                    <a:gd name="connsiteX55" fmla="*/ 3211857 w 3977571"/>
                    <a:gd name="connsiteY55" fmla="*/ 3484359 h 3977578"/>
                    <a:gd name="connsiteX56" fmla="*/ 3484177 w 3977571"/>
                    <a:gd name="connsiteY56" fmla="*/ 3212134 h 3977578"/>
                    <a:gd name="connsiteX57" fmla="*/ 3779737 w 3977571"/>
                    <a:gd name="connsiteY57" fmla="*/ 3507124 h 3977578"/>
                    <a:gd name="connsiteX58" fmla="*/ 3507513 w 3977571"/>
                    <a:gd name="connsiteY58" fmla="*/ 3779348 h 3977578"/>
                    <a:gd name="connsiteX59" fmla="*/ 3507418 w 3977571"/>
                    <a:gd name="connsiteY59" fmla="*/ 3779348 h 3977578"/>
                    <a:gd name="connsiteX60" fmla="*/ 3885941 w 3977571"/>
                    <a:gd name="connsiteY60" fmla="*/ 3704863 h 3977578"/>
                    <a:gd name="connsiteX61" fmla="*/ 3830124 w 3977571"/>
                    <a:gd name="connsiteY61" fmla="*/ 3829926 h 3977578"/>
                    <a:gd name="connsiteX62" fmla="*/ 3830124 w 3977571"/>
                    <a:gd name="connsiteY62" fmla="*/ 3829926 h 3977578"/>
                    <a:gd name="connsiteX63" fmla="*/ 3705061 w 3977571"/>
                    <a:gd name="connsiteY63" fmla="*/ 3885647 h 3977578"/>
                    <a:gd name="connsiteX64" fmla="*/ 3574378 w 3977571"/>
                    <a:gd name="connsiteY64" fmla="*/ 3844880 h 3977578"/>
                    <a:gd name="connsiteX65" fmla="*/ 3844698 w 3977571"/>
                    <a:gd name="connsiteY65" fmla="*/ 3574275 h 3977578"/>
                    <a:gd name="connsiteX66" fmla="*/ 3885941 w 3977571"/>
                    <a:gd name="connsiteY66" fmla="*/ 3704863 h 3977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</a:cxnLst>
                  <a:rect l="l" t="t" r="r" b="b"/>
                  <a:pathLst>
                    <a:path w="3977571" h="3977578">
                      <a:moveTo>
                        <a:pt x="3896133" y="3491693"/>
                      </a:moveTo>
                      <a:lnTo>
                        <a:pt x="3238527" y="2834468"/>
                      </a:lnTo>
                      <a:cubicBezTo>
                        <a:pt x="3229764" y="2825705"/>
                        <a:pt x="3217953" y="2820657"/>
                        <a:pt x="3205570" y="2820657"/>
                      </a:cubicBezTo>
                      <a:cubicBezTo>
                        <a:pt x="3193188" y="2820657"/>
                        <a:pt x="3181281" y="2825610"/>
                        <a:pt x="3172614" y="2834468"/>
                      </a:cubicBezTo>
                      <a:lnTo>
                        <a:pt x="3111273" y="2895619"/>
                      </a:lnTo>
                      <a:lnTo>
                        <a:pt x="2978304" y="2762840"/>
                      </a:lnTo>
                      <a:lnTo>
                        <a:pt x="2978304" y="2762840"/>
                      </a:lnTo>
                      <a:cubicBezTo>
                        <a:pt x="3255291" y="2429560"/>
                        <a:pt x="3393213" y="2002364"/>
                        <a:pt x="3363495" y="1569929"/>
                      </a:cubicBezTo>
                      <a:cubicBezTo>
                        <a:pt x="3333777" y="1137589"/>
                        <a:pt x="3138705" y="733253"/>
                        <a:pt x="2818760" y="440931"/>
                      </a:cubicBezTo>
                      <a:cubicBezTo>
                        <a:pt x="2498625" y="148799"/>
                        <a:pt x="2078382" y="-9030"/>
                        <a:pt x="1645185" y="399"/>
                      </a:cubicBezTo>
                      <a:cubicBezTo>
                        <a:pt x="1211892" y="9829"/>
                        <a:pt x="798984" y="185851"/>
                        <a:pt x="492088" y="491794"/>
                      </a:cubicBezTo>
                      <a:cubicBezTo>
                        <a:pt x="185955" y="798690"/>
                        <a:pt x="9933" y="1211694"/>
                        <a:pt x="408" y="1644986"/>
                      </a:cubicBezTo>
                      <a:cubicBezTo>
                        <a:pt x="-9117" y="2078278"/>
                        <a:pt x="148617" y="2498617"/>
                        <a:pt x="440844" y="2818657"/>
                      </a:cubicBezTo>
                      <a:cubicBezTo>
                        <a:pt x="733071" y="3138696"/>
                        <a:pt x="1137407" y="3333864"/>
                        <a:pt x="1569747" y="3363582"/>
                      </a:cubicBezTo>
                      <a:cubicBezTo>
                        <a:pt x="2002086" y="3393300"/>
                        <a:pt x="2429283" y="3255378"/>
                        <a:pt x="2762562" y="2978296"/>
                      </a:cubicBezTo>
                      <a:lnTo>
                        <a:pt x="2895531" y="3111074"/>
                      </a:lnTo>
                      <a:lnTo>
                        <a:pt x="2834095" y="3172225"/>
                      </a:lnTo>
                      <a:cubicBezTo>
                        <a:pt x="2825332" y="3180988"/>
                        <a:pt x="2820284" y="3192989"/>
                        <a:pt x="2820284" y="3205371"/>
                      </a:cubicBezTo>
                      <a:cubicBezTo>
                        <a:pt x="2820284" y="3217754"/>
                        <a:pt x="2825237" y="3229755"/>
                        <a:pt x="2834095" y="3238519"/>
                      </a:cubicBezTo>
                      <a:lnTo>
                        <a:pt x="3491796" y="3896125"/>
                      </a:lnTo>
                      <a:cubicBezTo>
                        <a:pt x="3564282" y="3966991"/>
                        <a:pt x="3668961" y="3994137"/>
                        <a:pt x="3766783" y="3967562"/>
                      </a:cubicBezTo>
                      <a:cubicBezTo>
                        <a:pt x="3864605" y="3940892"/>
                        <a:pt x="3940995" y="3864502"/>
                        <a:pt x="3967570" y="3766680"/>
                      </a:cubicBezTo>
                      <a:cubicBezTo>
                        <a:pt x="3994145" y="3668858"/>
                        <a:pt x="3966903" y="3564178"/>
                        <a:pt x="3896037" y="3491693"/>
                      </a:cubicBezTo>
                      <a:close/>
                      <a:moveTo>
                        <a:pt x="2292885" y="3154603"/>
                      </a:moveTo>
                      <a:cubicBezTo>
                        <a:pt x="2001991" y="3275095"/>
                        <a:pt x="1681856" y="3306622"/>
                        <a:pt x="1373055" y="3245186"/>
                      </a:cubicBezTo>
                      <a:cubicBezTo>
                        <a:pt x="1064255" y="3183750"/>
                        <a:pt x="780505" y="3032112"/>
                        <a:pt x="557906" y="2809417"/>
                      </a:cubicBezTo>
                      <a:lnTo>
                        <a:pt x="557906" y="2809608"/>
                      </a:lnTo>
                      <a:cubicBezTo>
                        <a:pt x="358643" y="2612917"/>
                        <a:pt x="215101" y="2366791"/>
                        <a:pt x="142044" y="2096471"/>
                      </a:cubicBezTo>
                      <a:cubicBezTo>
                        <a:pt x="68988" y="1826152"/>
                        <a:pt x="68988" y="1541259"/>
                        <a:pt x="142044" y="1270939"/>
                      </a:cubicBezTo>
                      <a:cubicBezTo>
                        <a:pt x="215101" y="1000620"/>
                        <a:pt x="358643" y="754494"/>
                        <a:pt x="557906" y="557803"/>
                      </a:cubicBezTo>
                      <a:cubicBezTo>
                        <a:pt x="780600" y="335108"/>
                        <a:pt x="1064255" y="183470"/>
                        <a:pt x="1373055" y="122034"/>
                      </a:cubicBezTo>
                      <a:cubicBezTo>
                        <a:pt x="1681856" y="60597"/>
                        <a:pt x="2001991" y="92125"/>
                        <a:pt x="2292885" y="212616"/>
                      </a:cubicBezTo>
                      <a:cubicBezTo>
                        <a:pt x="2583778" y="333108"/>
                        <a:pt x="2832476" y="537133"/>
                        <a:pt x="3007355" y="798975"/>
                      </a:cubicBezTo>
                      <a:cubicBezTo>
                        <a:pt x="3182329" y="1060818"/>
                        <a:pt x="3275674" y="1368666"/>
                        <a:pt x="3275674" y="1683562"/>
                      </a:cubicBezTo>
                      <a:cubicBezTo>
                        <a:pt x="3275674" y="1998459"/>
                        <a:pt x="3182329" y="2306307"/>
                        <a:pt x="3007355" y="2568149"/>
                      </a:cubicBezTo>
                      <a:cubicBezTo>
                        <a:pt x="2832381" y="2829991"/>
                        <a:pt x="2583778" y="3034017"/>
                        <a:pt x="2292885" y="3154603"/>
                      </a:cubicBezTo>
                      <a:close/>
                      <a:moveTo>
                        <a:pt x="2832762" y="2916097"/>
                      </a:moveTo>
                      <a:lnTo>
                        <a:pt x="2832667" y="2916097"/>
                      </a:lnTo>
                      <a:cubicBezTo>
                        <a:pt x="2846954" y="2902762"/>
                        <a:pt x="2861242" y="2888761"/>
                        <a:pt x="2875243" y="2874949"/>
                      </a:cubicBezTo>
                      <a:cubicBezTo>
                        <a:pt x="2889245" y="2861043"/>
                        <a:pt x="2902770" y="2847136"/>
                        <a:pt x="2916201" y="2832754"/>
                      </a:cubicBezTo>
                      <a:lnTo>
                        <a:pt x="3045074" y="2961627"/>
                      </a:lnTo>
                      <a:lnTo>
                        <a:pt x="2961730" y="3045066"/>
                      </a:lnTo>
                      <a:lnTo>
                        <a:pt x="2832762" y="2916193"/>
                      </a:lnTo>
                      <a:close/>
                      <a:moveTo>
                        <a:pt x="2933155" y="3205467"/>
                      </a:moveTo>
                      <a:lnTo>
                        <a:pt x="3205475" y="2933242"/>
                      </a:lnTo>
                      <a:lnTo>
                        <a:pt x="3299201" y="3027159"/>
                      </a:lnTo>
                      <a:lnTo>
                        <a:pt x="3026977" y="3299383"/>
                      </a:lnTo>
                      <a:lnTo>
                        <a:pt x="2933155" y="3205467"/>
                      </a:lnTo>
                      <a:close/>
                      <a:moveTo>
                        <a:pt x="3092985" y="3364915"/>
                      </a:moveTo>
                      <a:lnTo>
                        <a:pt x="3092985" y="3364915"/>
                      </a:lnTo>
                      <a:lnTo>
                        <a:pt x="3365304" y="3092691"/>
                      </a:lnTo>
                      <a:lnTo>
                        <a:pt x="3418359" y="3146031"/>
                      </a:lnTo>
                      <a:lnTo>
                        <a:pt x="3146134" y="3418255"/>
                      </a:lnTo>
                      <a:lnTo>
                        <a:pt x="3093080" y="3364915"/>
                      </a:lnTo>
                      <a:close/>
                      <a:moveTo>
                        <a:pt x="3507322" y="3779348"/>
                      </a:moveTo>
                      <a:lnTo>
                        <a:pt x="3211857" y="3484359"/>
                      </a:lnTo>
                      <a:lnTo>
                        <a:pt x="3484177" y="3212134"/>
                      </a:lnTo>
                      <a:lnTo>
                        <a:pt x="3779737" y="3507124"/>
                      </a:lnTo>
                      <a:lnTo>
                        <a:pt x="3507513" y="3779348"/>
                      </a:lnTo>
                      <a:lnTo>
                        <a:pt x="3507418" y="3779348"/>
                      </a:lnTo>
                      <a:close/>
                      <a:moveTo>
                        <a:pt x="3885941" y="3704863"/>
                      </a:moveTo>
                      <a:cubicBezTo>
                        <a:pt x="3883274" y="3751916"/>
                        <a:pt x="3863462" y="3796398"/>
                        <a:pt x="3830124" y="3829926"/>
                      </a:cubicBezTo>
                      <a:lnTo>
                        <a:pt x="3830124" y="3829926"/>
                      </a:lnTo>
                      <a:cubicBezTo>
                        <a:pt x="3796596" y="3863073"/>
                        <a:pt x="3752115" y="3882885"/>
                        <a:pt x="3705061" y="3885647"/>
                      </a:cubicBezTo>
                      <a:cubicBezTo>
                        <a:pt x="3658008" y="3888409"/>
                        <a:pt x="3611526" y="3873931"/>
                        <a:pt x="3574378" y="3844880"/>
                      </a:cubicBezTo>
                      <a:lnTo>
                        <a:pt x="3844698" y="3574275"/>
                      </a:lnTo>
                      <a:cubicBezTo>
                        <a:pt x="3873939" y="3611232"/>
                        <a:pt x="3888608" y="3657714"/>
                        <a:pt x="3885941" y="370486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N"/>
                </a:p>
              </p:txBody>
            </p:sp>
          </p:grp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2DB27166-F557-DD7C-4EBA-E881925562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836204" y="3794567"/>
                <a:ext cx="0" cy="144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74CE652D-F03A-60DC-76D3-AD688F4ADE26}"/>
                  </a:ext>
                </a:extLst>
              </p:cNvPr>
              <p:cNvCxnSpPr/>
              <p:nvPr/>
            </p:nvCxnSpPr>
            <p:spPr>
              <a:xfrm>
                <a:off x="-2264980" y="3985444"/>
                <a:ext cx="0" cy="585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BDB14FD7-3145-0B24-F448-130E1C5AF077}"/>
                  </a:ext>
                </a:extLst>
              </p:cNvPr>
              <p:cNvCxnSpPr/>
              <p:nvPr/>
            </p:nvCxnSpPr>
            <p:spPr>
              <a:xfrm>
                <a:off x="-1407428" y="4156825"/>
                <a:ext cx="0" cy="25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CDC2C1A-2F51-903C-521D-D09B8D805BF8}"/>
              </a:ext>
            </a:extLst>
          </p:cNvPr>
          <p:cNvSpPr/>
          <p:nvPr/>
        </p:nvSpPr>
        <p:spPr>
          <a:xfrm>
            <a:off x="1478538" y="5014899"/>
            <a:ext cx="10164082" cy="521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/>
                </a:solidFill>
              </a:rPr>
              <a:t>Enable data-driven decision-making using interactive Power BI dashboards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6C902D1-A9C6-2A65-41E0-A6D52D7F7CE3}"/>
              </a:ext>
            </a:extLst>
          </p:cNvPr>
          <p:cNvGrpSpPr/>
          <p:nvPr/>
        </p:nvGrpSpPr>
        <p:grpSpPr>
          <a:xfrm>
            <a:off x="879207" y="4962177"/>
            <a:ext cx="483876" cy="738423"/>
            <a:chOff x="10426431" y="4929690"/>
            <a:chExt cx="483876" cy="738423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FABCDE5-1EB6-F390-7AD2-9280418A93A8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52A88CA8-40CC-6B2D-4C23-ADD44F290FFE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6908A455-EE2F-6DEF-C137-8A2ADD082B30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D34DD1FA-1B22-6EA3-C6C6-4A18245F0A07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742BBDAC-49C5-A4A2-125D-91FB29877337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dirty="0"/>
              </a:p>
            </p:txBody>
          </p:sp>
        </p:grp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1A2777C-F858-6F64-237C-EBAEB5B6D572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1E16FF3-BF8D-4D9A-9A47-8D0B778DD205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B3294BC-D3A0-2E19-ED08-96D8D09054A1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70185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BEBE3-BB71-41A9-A05D-D9295D6234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Datasets Used: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06D382-7489-4CE3-BBE2-F8F77902533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Warehouse Hub Dataset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75AF7A-B7F3-433B-8D1B-CD57ABD273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F88A479-2135-4F06-9EBC-45F9B33C90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Shipments Dataset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6593A6-E9C4-4178-857C-588FD7ADBA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08EF595-D91A-4A39-8541-CBAF807066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Shipment Type Dataset</a:t>
            </a:r>
            <a:endParaRPr lang="en-GB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EEDAEA3-515F-490D-96A0-ADC82B55DF0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6F8C26-6464-479D-8904-2C55DDA4FB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Contains operational information related to logistics hubs:</a:t>
            </a:r>
          </a:p>
          <a:p>
            <a:pPr lvl="1"/>
            <a:r>
              <a:rPr lang="en-US" dirty="0"/>
              <a:t>Hub location and region </a:t>
            </a:r>
          </a:p>
          <a:p>
            <a:pPr lvl="1"/>
            <a:r>
              <a:rPr lang="en-US" dirty="0"/>
              <a:t>Hub type and operational status </a:t>
            </a:r>
          </a:p>
          <a:p>
            <a:pPr lvl="1"/>
            <a:r>
              <a:rPr lang="en-US" dirty="0"/>
              <a:t>Capacity and throughput metrics </a:t>
            </a:r>
          </a:p>
          <a:p>
            <a:pPr lvl="1"/>
            <a:r>
              <a:rPr lang="en-US" dirty="0"/>
              <a:t>Hub operating costs </a:t>
            </a:r>
          </a:p>
          <a:p>
            <a:pPr lvl="1"/>
            <a:r>
              <a:rPr lang="en-US" dirty="0"/>
              <a:t>Warehouse size and storage infrastructure details </a:t>
            </a:r>
          </a:p>
          <a:p>
            <a:pPr lvl="1"/>
            <a:r>
              <a:rPr lang="en-US" dirty="0"/>
              <a:t>Daily shipment handling capacity analysis </a:t>
            </a:r>
          </a:p>
          <a:p>
            <a:pPr lvl="1"/>
            <a:r>
              <a:rPr lang="en-US" dirty="0"/>
              <a:t>Regional operational performance monitoring </a:t>
            </a:r>
          </a:p>
          <a:p>
            <a:pPr lvl="1"/>
            <a:r>
              <a:rPr lang="en-US" dirty="0"/>
              <a:t>Hub utilization and efficiency tracking</a:t>
            </a:r>
          </a:p>
          <a:p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51063E9-43A2-46F6-B1D0-9F20EFE9B5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 transactional dataset containing shipment-level information:</a:t>
            </a:r>
          </a:p>
          <a:p>
            <a:pPr lvl="1"/>
            <a:r>
              <a:rPr lang="en-US" dirty="0"/>
              <a:t>Shipment and delivery dates </a:t>
            </a:r>
          </a:p>
          <a:p>
            <a:pPr lvl="1"/>
            <a:r>
              <a:rPr lang="en-US" dirty="0"/>
              <a:t>Origin and destination cities </a:t>
            </a:r>
          </a:p>
          <a:p>
            <a:pPr lvl="1"/>
            <a:r>
              <a:rPr lang="en-US" dirty="0"/>
              <a:t>Distance traveled and transport mode </a:t>
            </a:r>
          </a:p>
          <a:p>
            <a:pPr lvl="1"/>
            <a:r>
              <a:rPr lang="en-US" dirty="0"/>
              <a:t>Fuel and operational costs </a:t>
            </a:r>
          </a:p>
          <a:p>
            <a:pPr lvl="1"/>
            <a:r>
              <a:rPr lang="en-US" dirty="0"/>
              <a:t>SLA status and customer details </a:t>
            </a:r>
          </a:p>
          <a:p>
            <a:pPr lvl="1"/>
            <a:r>
              <a:rPr lang="en-US" dirty="0"/>
              <a:t>Route-wise delivery performance analysis </a:t>
            </a:r>
          </a:p>
          <a:p>
            <a:pPr lvl="1"/>
            <a:r>
              <a:rPr lang="en-US" dirty="0"/>
              <a:t>Transportation efficiency and cost tracking </a:t>
            </a:r>
          </a:p>
          <a:p>
            <a:pPr lvl="1"/>
            <a:r>
              <a:rPr lang="en-US" dirty="0"/>
              <a:t>Shipment-level operational monitoring </a:t>
            </a:r>
          </a:p>
          <a:p>
            <a:pPr lvl="1"/>
            <a:r>
              <a:rPr lang="en-US" dirty="0"/>
              <a:t>Customer service and delivery compliance evaluation</a:t>
            </a:r>
          </a:p>
          <a:p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1A8693-FBD0-48C2-84EC-391C4B65DE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Contains shipment category and cargo handling information:</a:t>
            </a:r>
          </a:p>
          <a:p>
            <a:pPr lvl="1"/>
            <a:r>
              <a:rPr lang="en-US" dirty="0"/>
              <a:t>Cargo classification and subcategory </a:t>
            </a:r>
          </a:p>
          <a:p>
            <a:pPr lvl="1"/>
            <a:r>
              <a:rPr lang="en-US" dirty="0"/>
              <a:t>Handling costs </a:t>
            </a:r>
          </a:p>
          <a:p>
            <a:pPr lvl="1"/>
            <a:r>
              <a:rPr lang="en-US" dirty="0"/>
              <a:t>Risk level and temperature requirements </a:t>
            </a:r>
          </a:p>
          <a:p>
            <a:pPr lvl="1"/>
            <a:r>
              <a:rPr lang="en-US" dirty="0"/>
              <a:t>SLA delivery duration </a:t>
            </a:r>
          </a:p>
          <a:p>
            <a:pPr lvl="1"/>
            <a:r>
              <a:rPr lang="en-US" dirty="0"/>
              <a:t>Cargo-specific operational analysis </a:t>
            </a:r>
          </a:p>
          <a:p>
            <a:pPr lvl="1"/>
            <a:r>
              <a:rPr lang="en-US" dirty="0"/>
              <a:t>Shipment handling and processing evaluation </a:t>
            </a:r>
          </a:p>
          <a:p>
            <a:pPr lvl="1"/>
            <a:r>
              <a:rPr lang="en-US" dirty="0"/>
              <a:t>Specialized logistics requirement monitoring </a:t>
            </a:r>
          </a:p>
          <a:p>
            <a:pPr lvl="1"/>
            <a:r>
              <a:rPr lang="en-US" dirty="0"/>
              <a:t>Delivery standard and compliance tracking</a:t>
            </a:r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47108-9989-4F18-AE51-24029045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963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DCD7B-5E8B-2821-741B-B5A9FD34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0D713-466F-2491-F749-7A743A30AB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Datasets Used: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3442C9-F6DD-5C64-8EAD-D9D6903D4E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Data Cleaning &amp; Transformation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630618E-D394-F7F0-9297-F6E80E2A674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8E47D5B-3E14-8E4A-9A91-B0431B7D7B4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Data Modeling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ED55011-2709-012F-1324-E269B893BA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27BD69-6BB9-C6AA-1F06-4461832F1A4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Calendar Table</a:t>
            </a:r>
            <a:endParaRPr lang="en-GB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C28F7A0-65D5-60B1-DC96-1BBEBDB4F8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86D1546-E3EF-77C7-D561-A7A8C5D55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Removed approximately 200 blank records from the Shipments dataset to improve data quality </a:t>
            </a:r>
          </a:p>
          <a:p>
            <a:r>
              <a:rPr lang="en-US" dirty="0"/>
              <a:t>Converted Shipment Date and Delivery Date columns using locale settings:</a:t>
            </a:r>
          </a:p>
          <a:p>
            <a:pPr marL="0" indent="0">
              <a:buNone/>
            </a:pPr>
            <a:r>
              <a:rPr lang="en-US" dirty="0"/>
              <a:t>	English (United Kingdom)</a:t>
            </a:r>
          </a:p>
          <a:p>
            <a:pPr marL="228600" lvl="1" indent="0">
              <a:buNone/>
            </a:pPr>
            <a:r>
              <a:rPr lang="en-US" dirty="0"/>
              <a:t>to ensure correct date interpretation and consistency</a:t>
            </a:r>
          </a:p>
          <a:p>
            <a:r>
              <a:rPr lang="en-US" dirty="0"/>
              <a:t>Verified and standardized data types across all datasets </a:t>
            </a:r>
          </a:p>
          <a:p>
            <a:r>
              <a:rPr lang="en-US" dirty="0"/>
              <a:t>Created separate dimension tables for Hub and Shipment Type datasets to support star schema modeling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E203085-9A8C-75FA-B361-7AB7005051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Used the Shipments table as the central fact table </a:t>
            </a:r>
          </a:p>
          <a:p>
            <a:r>
              <a:rPr lang="en-US" dirty="0"/>
              <a:t>Established relationships between: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Shipments and Warehouse Hub datasets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Shipments and Shipment Type datasets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Calendar table and Shipment dates </a:t>
            </a:r>
          </a:p>
          <a:p>
            <a:r>
              <a:rPr lang="en-US" dirty="0"/>
              <a:t>Implemented a star schema data model for scalable and optimized analytics </a:t>
            </a:r>
          </a:p>
          <a:p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521D644-1542-93EA-5DB5-AE907F2A01C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Created a dedicated Calendar table for time-based analysis </a:t>
            </a:r>
          </a:p>
          <a:p>
            <a:r>
              <a:rPr lang="en-US" dirty="0"/>
              <a:t>Marked the Calendar table as the official Date Table in Power BI </a:t>
            </a:r>
          </a:p>
          <a:p>
            <a:pPr marL="0" indent="0">
              <a:buNone/>
            </a:pPr>
            <a:r>
              <a:rPr lang="en-US" b="1" dirty="0"/>
              <a:t>Validation Included: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Unique dates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Continuous date range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No duplicate values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Valid date datatype </a:t>
            </a:r>
          </a:p>
          <a:p>
            <a:pPr marL="0" indent="0">
              <a:buNone/>
            </a:pPr>
            <a:r>
              <a:rPr lang="en-US" dirty="0"/>
              <a:t>This enabled accurate: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SLA trend analysis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monthly performance tracking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time intelligence calculations </a:t>
            </a:r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1C106-B24F-0A45-9D32-51BC21D9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&amp; Modeling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296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1657F-40AC-A30D-84AB-30954ACE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KPIs &amp; Metrics</a:t>
            </a:r>
            <a:endParaRPr lang="en-IN" b="0" dirty="0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409C8201-B95D-BBAA-5E99-501A2D802EC8}"/>
              </a:ext>
            </a:extLst>
          </p:cNvPr>
          <p:cNvSpPr/>
          <p:nvPr/>
        </p:nvSpPr>
        <p:spPr>
          <a:xfrm>
            <a:off x="381000" y="158438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On-Time Delivery %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4B71901A-2B31-DF99-EDE7-02D009174D01}"/>
              </a:ext>
            </a:extLst>
          </p:cNvPr>
          <p:cNvSpPr/>
          <p:nvPr/>
        </p:nvSpPr>
        <p:spPr>
          <a:xfrm>
            <a:off x="587106" y="150971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0FEEAF5D-A585-10C1-F810-B92FF2870C78}"/>
              </a:ext>
            </a:extLst>
          </p:cNvPr>
          <p:cNvSpPr/>
          <p:nvPr/>
        </p:nvSpPr>
        <p:spPr>
          <a:xfrm>
            <a:off x="381000" y="240334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SLA Breach Count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6699636D-D964-320E-E48E-8D709ED121A9}"/>
              </a:ext>
            </a:extLst>
          </p:cNvPr>
          <p:cNvSpPr/>
          <p:nvPr/>
        </p:nvSpPr>
        <p:spPr>
          <a:xfrm>
            <a:off x="587106" y="232867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2E23733-5D9C-AB91-9E16-1C8F7C374A68}"/>
              </a:ext>
            </a:extLst>
          </p:cNvPr>
          <p:cNvSpPr/>
          <p:nvPr/>
        </p:nvSpPr>
        <p:spPr>
          <a:xfrm>
            <a:off x="381000" y="322230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Total Logistics Cost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1E298890-BF1C-7FBC-6A48-3555253D931B}"/>
              </a:ext>
            </a:extLst>
          </p:cNvPr>
          <p:cNvSpPr/>
          <p:nvPr/>
        </p:nvSpPr>
        <p:spPr>
          <a:xfrm>
            <a:off x="587106" y="314763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FC97383-2EB3-4B5E-8E3F-35E8BBB5E0FC}"/>
              </a:ext>
            </a:extLst>
          </p:cNvPr>
          <p:cNvSpPr/>
          <p:nvPr/>
        </p:nvSpPr>
        <p:spPr>
          <a:xfrm>
            <a:off x="381000" y="404126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Cost per Shipment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AB1CD9B6-A1A5-8C5A-EF86-314AA513C834}"/>
              </a:ext>
            </a:extLst>
          </p:cNvPr>
          <p:cNvSpPr/>
          <p:nvPr/>
        </p:nvSpPr>
        <p:spPr>
          <a:xfrm>
            <a:off x="587106" y="396659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0815B366-C14E-D7FF-0685-F30F26CCC3A2}"/>
              </a:ext>
            </a:extLst>
          </p:cNvPr>
          <p:cNvSpPr/>
          <p:nvPr/>
        </p:nvSpPr>
        <p:spPr>
          <a:xfrm>
            <a:off x="381000" y="486022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Average Delivery Time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6CDD3893-D6C1-4AF0-F6F1-521D6D82E5CD}"/>
              </a:ext>
            </a:extLst>
          </p:cNvPr>
          <p:cNvSpPr/>
          <p:nvPr/>
        </p:nvSpPr>
        <p:spPr>
          <a:xfrm>
            <a:off x="587106" y="478555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5</a:t>
            </a:r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7733C249-719B-12EF-B7FD-1495F8E44B6E}"/>
              </a:ext>
            </a:extLst>
          </p:cNvPr>
          <p:cNvSpPr/>
          <p:nvPr/>
        </p:nvSpPr>
        <p:spPr>
          <a:xfrm>
            <a:off x="381000" y="5679186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Cost Efficiency Index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121A9973-6962-8632-3712-EF39D7B103A2}"/>
              </a:ext>
            </a:extLst>
          </p:cNvPr>
          <p:cNvSpPr/>
          <p:nvPr/>
        </p:nvSpPr>
        <p:spPr>
          <a:xfrm>
            <a:off x="587106" y="5604510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F45851-3E4D-0FBB-9854-84C602CFFD0E}"/>
              </a:ext>
            </a:extLst>
          </p:cNvPr>
          <p:cNvSpPr txBox="1"/>
          <p:nvPr/>
        </p:nvSpPr>
        <p:spPr>
          <a:xfrm>
            <a:off x="4251893" y="1584388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Measures the percentage of shipments delivered within the committed SLA timeline.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3DBD5-ADA9-AC8A-9996-385744C06206}"/>
              </a:ext>
            </a:extLst>
          </p:cNvPr>
          <p:cNvSpPr txBox="1"/>
          <p:nvPr/>
        </p:nvSpPr>
        <p:spPr>
          <a:xfrm>
            <a:off x="4251893" y="2392605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Tracks the number of shipments that exceeded SLA delivery commitments.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DF5069-D21C-52D9-8F8D-812F5C83C115}"/>
              </a:ext>
            </a:extLst>
          </p:cNvPr>
          <p:cNvSpPr txBox="1"/>
          <p:nvPr/>
        </p:nvSpPr>
        <p:spPr>
          <a:xfrm>
            <a:off x="4251893" y="3216389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Represents the total operational transportation cost incurred across shipments.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9E56CC-A9AB-8168-4D32-EBC654F06F4B}"/>
              </a:ext>
            </a:extLst>
          </p:cNvPr>
          <p:cNvSpPr txBox="1"/>
          <p:nvPr/>
        </p:nvSpPr>
        <p:spPr>
          <a:xfrm>
            <a:off x="4251894" y="4026077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Calculates the average operational cost incurred per shipment.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D1D09-9D5C-1D54-E6B6-0E2554FE525F}"/>
              </a:ext>
            </a:extLst>
          </p:cNvPr>
          <p:cNvSpPr txBox="1"/>
          <p:nvPr/>
        </p:nvSpPr>
        <p:spPr>
          <a:xfrm>
            <a:off x="4251893" y="4877051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Measures the average number of days taken for shipment delivery.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054DB0-6A9A-E93B-6FDF-3270C162506E}"/>
              </a:ext>
            </a:extLst>
          </p:cNvPr>
          <p:cNvSpPr txBox="1"/>
          <p:nvPr/>
        </p:nvSpPr>
        <p:spPr>
          <a:xfrm>
            <a:off x="4251893" y="5679186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Represents operational cost incurred per kilometer traveled.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881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14A4-7026-EECA-391F-BEFC79DA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92D412-2454-CC65-C77E-DAD0696F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KPIs &amp; Metrics</a:t>
            </a:r>
            <a:endParaRPr lang="en-IN" b="0" dirty="0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3097CABC-7D99-619B-A659-E8DF3F62929B}"/>
              </a:ext>
            </a:extLst>
          </p:cNvPr>
          <p:cNvSpPr/>
          <p:nvPr/>
        </p:nvSpPr>
        <p:spPr>
          <a:xfrm>
            <a:off x="381000" y="158438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Capacity Utilization %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B18EE05-551E-4D1B-8DE2-782F66A15311}"/>
              </a:ext>
            </a:extLst>
          </p:cNvPr>
          <p:cNvSpPr/>
          <p:nvPr/>
        </p:nvSpPr>
        <p:spPr>
          <a:xfrm>
            <a:off x="587106" y="150971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7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CBF91B6-5ADE-9360-D900-B0785D5614DF}"/>
              </a:ext>
            </a:extLst>
          </p:cNvPr>
          <p:cNvSpPr/>
          <p:nvPr/>
        </p:nvSpPr>
        <p:spPr>
          <a:xfrm>
            <a:off x="381000" y="240334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Total Shipments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FA01A762-07AA-424D-4FCC-D302154904C2}"/>
              </a:ext>
            </a:extLst>
          </p:cNvPr>
          <p:cNvSpPr/>
          <p:nvPr/>
        </p:nvSpPr>
        <p:spPr>
          <a:xfrm>
            <a:off x="587106" y="232867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8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27B5AE88-7406-5855-935C-25787ACD5590}"/>
              </a:ext>
            </a:extLst>
          </p:cNvPr>
          <p:cNvSpPr/>
          <p:nvPr/>
        </p:nvSpPr>
        <p:spPr>
          <a:xfrm>
            <a:off x="381000" y="322230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Delivery Days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E6CB64B-E3D6-1ED4-75D3-B03790C3D281}"/>
              </a:ext>
            </a:extLst>
          </p:cNvPr>
          <p:cNvSpPr/>
          <p:nvPr/>
        </p:nvSpPr>
        <p:spPr>
          <a:xfrm>
            <a:off x="587106" y="314763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9</a:t>
            </a: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0C16176F-B020-4EE3-CAC8-087AA8CDCA0E}"/>
              </a:ext>
            </a:extLst>
          </p:cNvPr>
          <p:cNvSpPr/>
          <p:nvPr/>
        </p:nvSpPr>
        <p:spPr>
          <a:xfrm>
            <a:off x="381000" y="404126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Average Shipment Cost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B8C39C20-300D-22B9-1F24-AD127B53BA47}"/>
              </a:ext>
            </a:extLst>
          </p:cNvPr>
          <p:cNvSpPr/>
          <p:nvPr/>
        </p:nvSpPr>
        <p:spPr>
          <a:xfrm>
            <a:off x="587106" y="396659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10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087D4A5-53F9-45B2-1BF1-5689F716B2F6}"/>
              </a:ext>
            </a:extLst>
          </p:cNvPr>
          <p:cNvSpPr/>
          <p:nvPr/>
        </p:nvSpPr>
        <p:spPr>
          <a:xfrm>
            <a:off x="381000" y="4860228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Fuel Cost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E12AC05-8876-549A-8A78-BEB2BA6C6E04}"/>
              </a:ext>
            </a:extLst>
          </p:cNvPr>
          <p:cNvSpPr/>
          <p:nvPr/>
        </p:nvSpPr>
        <p:spPr>
          <a:xfrm>
            <a:off x="587106" y="4785552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11</a:t>
            </a:r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C7DB3F26-4792-C54E-3CC9-EC989009D657}"/>
              </a:ext>
            </a:extLst>
          </p:cNvPr>
          <p:cNvSpPr/>
          <p:nvPr/>
        </p:nvSpPr>
        <p:spPr>
          <a:xfrm>
            <a:off x="381000" y="5679186"/>
            <a:ext cx="3870895" cy="399288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540000" tIns="90000" rIns="90000" bIns="90000" rtlCol="0" anchor="ctr">
            <a:noAutofit/>
          </a:bodyPr>
          <a:lstStyle/>
          <a:p>
            <a:pPr>
              <a:spcBef>
                <a:spcPts val="2100"/>
              </a:spcBef>
            </a:pPr>
            <a:r>
              <a:rPr lang="en-US" sz="1600" b="1" dirty="0">
                <a:solidFill>
                  <a:schemeClr val="bg2"/>
                </a:solidFill>
              </a:rPr>
              <a:t>   Hub Operating Cost</a:t>
            </a:r>
            <a:endParaRPr lang="en-IN" sz="16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C9B3665B-EA86-3C6D-1903-1B11263DCE28}"/>
              </a:ext>
            </a:extLst>
          </p:cNvPr>
          <p:cNvSpPr/>
          <p:nvPr/>
        </p:nvSpPr>
        <p:spPr>
          <a:xfrm>
            <a:off x="587106" y="5604510"/>
            <a:ext cx="731520" cy="548640"/>
          </a:xfrm>
          <a:prstGeom prst="parallelogram">
            <a:avLst/>
          </a:prstGeom>
          <a:solidFill>
            <a:schemeClr val="tx2"/>
          </a:solidFill>
        </p:spPr>
        <p:txBody>
          <a:bodyPr vert="horz" lIns="45720" tIns="90000" rIns="45720" bIns="90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</a:pPr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5E264-B38A-18B0-78DF-5DC7D513915B}"/>
              </a:ext>
            </a:extLst>
          </p:cNvPr>
          <p:cNvSpPr txBox="1"/>
          <p:nvPr/>
        </p:nvSpPr>
        <p:spPr>
          <a:xfrm>
            <a:off x="4251893" y="1584388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Measures how efficiently logistics hubs are utilizing their shipment handling capacity.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4E513-919A-D811-EA60-C206611ADC6B}"/>
              </a:ext>
            </a:extLst>
          </p:cNvPr>
          <p:cNvSpPr txBox="1"/>
          <p:nvPr/>
        </p:nvSpPr>
        <p:spPr>
          <a:xfrm>
            <a:off x="4251893" y="2392605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Tracks the total shipment volume processed across the logistics network.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65A8B-DDD8-9807-3B91-A88D5ACB0ACF}"/>
              </a:ext>
            </a:extLst>
          </p:cNvPr>
          <p:cNvSpPr txBox="1"/>
          <p:nvPr/>
        </p:nvSpPr>
        <p:spPr>
          <a:xfrm>
            <a:off x="4251893" y="3143659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Measures the total time taken between shipment dispatch and delivery completion for operational efficiency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7D72B-4C3F-DAFF-7BA8-AC41D806E0B8}"/>
              </a:ext>
            </a:extLst>
          </p:cNvPr>
          <p:cNvSpPr txBox="1"/>
          <p:nvPr/>
        </p:nvSpPr>
        <p:spPr>
          <a:xfrm>
            <a:off x="4251893" y="3966590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Tracks the average logistics expenditure incurred for each shipment processed across the network.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DBDB7-81E9-1424-43C1-172A6AEAC50E}"/>
              </a:ext>
            </a:extLst>
          </p:cNvPr>
          <p:cNvSpPr txBox="1"/>
          <p:nvPr/>
        </p:nvSpPr>
        <p:spPr>
          <a:xfrm>
            <a:off x="4251893" y="4765752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Represents the transportation fuel expenses associated with shipment movement and delivery operations.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DFC2C3-26F1-0AD8-2E1E-9BA19CFECA3F}"/>
              </a:ext>
            </a:extLst>
          </p:cNvPr>
          <p:cNvSpPr txBox="1"/>
          <p:nvPr/>
        </p:nvSpPr>
        <p:spPr>
          <a:xfrm>
            <a:off x="4251892" y="5575482"/>
            <a:ext cx="7559105" cy="425221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Measures the operational expenditure incurred by logistics hubs for managing shipment processing and warehousing activities.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673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75C4-E4E4-CF82-3B15-6A27D68C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Executive Dashboard Overview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D0AD86C9-F836-DC2F-6F2C-3C066A41770D}"/>
              </a:ext>
            </a:extLst>
          </p:cNvPr>
          <p:cNvSpPr/>
          <p:nvPr/>
        </p:nvSpPr>
        <p:spPr>
          <a:xfrm>
            <a:off x="6254923" y="1321654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SLA Compliance Trend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697522-27A4-43DA-2749-D9526F276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39" y="1628507"/>
            <a:ext cx="5085860" cy="3600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22F90A-0D8B-8CFA-E960-139C8B577ED4}"/>
              </a:ext>
            </a:extLst>
          </p:cNvPr>
          <p:cNvSpPr txBox="1"/>
          <p:nvPr/>
        </p:nvSpPr>
        <p:spPr>
          <a:xfrm>
            <a:off x="6254923" y="2120026"/>
            <a:ext cx="508586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Key Insight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SLA compliance showed fluctuations across the operational timeline, indicating inconsistent delivery performance during certain periods. </a:t>
            </a:r>
          </a:p>
          <a:p>
            <a:pPr>
              <a:buNone/>
            </a:pPr>
            <a:br>
              <a:rPr lang="en-US" sz="1200" dirty="0"/>
            </a:br>
            <a:endParaRPr lang="en-US" sz="1200" dirty="0"/>
          </a:p>
          <a:p>
            <a:pPr>
              <a:buNone/>
            </a:pPr>
            <a:r>
              <a:rPr lang="en-US" sz="1200" b="1" dirty="0"/>
              <a:t>Why This Insight Is Important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SLA compliance directly impacts customer satisfaction and service reliability.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Identifying periods with lower compliance helps management investigate operational inefficiencies and delivery bottlenecks. </a:t>
            </a:r>
          </a:p>
          <a:p>
            <a:pPr>
              <a:buNone/>
            </a:pPr>
            <a:br>
              <a:rPr lang="en-US" sz="1200" dirty="0"/>
            </a:br>
            <a:endParaRPr lang="en-US" sz="1200" dirty="0"/>
          </a:p>
          <a:p>
            <a:pPr>
              <a:buNone/>
            </a:pPr>
            <a:r>
              <a:rPr lang="en-US" sz="1200" b="1" dirty="0"/>
              <a:t>Reason Behind the Insight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Variations in shipment volume, route complexity, transportation delays, and operational workload may have contributed to fluctuations in SLA performance.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High shipment demand periods can increase delivery pressure on logistics hubs and transportation networks.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8272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E282-C1FE-5D91-A450-5630A5E3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5C38-EDC0-D3D5-E7E6-4873C05CF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Executive Dashboard Overview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8F306BED-5D2C-318C-7068-9477D5BC96B5}"/>
              </a:ext>
            </a:extLst>
          </p:cNvPr>
          <p:cNvSpPr/>
          <p:nvPr/>
        </p:nvSpPr>
        <p:spPr>
          <a:xfrm>
            <a:off x="6450866" y="1317853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Top Cities with SLA Breaches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7ED57-4F01-FDFA-34B6-26CA76B3C60F}"/>
              </a:ext>
            </a:extLst>
          </p:cNvPr>
          <p:cNvSpPr txBox="1"/>
          <p:nvPr/>
        </p:nvSpPr>
        <p:spPr>
          <a:xfrm>
            <a:off x="6450866" y="2123827"/>
            <a:ext cx="492315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Certain cities consistently recorded higher SLA breaches, indicating route-specific or region-specific delivery challenges.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Why This Insight Is Important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Identifying high-delay locations helps management prioritize operational improvements and optimize delivery planning.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Enables focused monitoring of problematic delivery regions.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Reason Behind the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Longer delivery distances, regional transportation constraints, high shipment volumes, and hub operational inefficiencies may contribute to higher SLA breaches in these cities.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Limited transportation flexibility or increased route congestion can also affect delivery timelines.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138D2-37D2-2C55-27AB-17FC43A71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17853"/>
            <a:ext cx="5715000" cy="37247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4989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0B88-7403-E797-9F89-87147358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7AA9-D90D-7F53-CAAD-DC96F555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Hub Performance Analysis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EF7944DD-420F-667E-7EDA-9B69FFE9F726}"/>
              </a:ext>
            </a:extLst>
          </p:cNvPr>
          <p:cNvSpPr/>
          <p:nvPr/>
        </p:nvSpPr>
        <p:spPr>
          <a:xfrm>
            <a:off x="6450866" y="1317853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Shipment Volume by 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1739E-0C6B-8045-C279-6667E1BFADFE}"/>
              </a:ext>
            </a:extLst>
          </p:cNvPr>
          <p:cNvSpPr txBox="1"/>
          <p:nvPr/>
        </p:nvSpPr>
        <p:spPr>
          <a:xfrm>
            <a:off x="6450866" y="2123827"/>
            <a:ext cx="492315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Certain hubs handled significantly higher shipment volumes, indicating their importance as primary operational distribution centers.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Why This Insight Is Important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High-volume hubs play a major role in maintaining delivery continuity and shipment flow efficiency.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Monitoring shipment distribution helps management balance operational workload across the logistics network.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Reason Behind the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Strategic hub locations, larger infrastructure capacity, and better transportation connectivity may contribute to increased shipment processing activity.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Central hubs often support multiple delivery routes and regions simultaneously.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AF05CF-26F7-59AA-AE59-A680CF6A2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1317853"/>
            <a:ext cx="5562600" cy="44069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5184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ABD63-79BB-2350-73EA-D6E86D3C1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A657-BB5F-0B0E-33EE-9D0E9414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Hub Performance Analysis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8FD5C56-2140-394D-5703-EFC5288613D3}"/>
              </a:ext>
            </a:extLst>
          </p:cNvPr>
          <p:cNvSpPr/>
          <p:nvPr/>
        </p:nvSpPr>
        <p:spPr>
          <a:xfrm>
            <a:off x="6450866" y="1317853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SLA Breaches by 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A62D2-8B74-2A94-A1FA-4E761AAB836A}"/>
              </a:ext>
            </a:extLst>
          </p:cNvPr>
          <p:cNvSpPr txBox="1"/>
          <p:nvPr/>
        </p:nvSpPr>
        <p:spPr>
          <a:xfrm>
            <a:off x="6450866" y="2123827"/>
            <a:ext cx="492315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Certain hubs contributed disproportionately to delivery delays and SLA breaches, indicating operational inefficiencies or higher delivery pressure.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Why This Insight Is Important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Identifying delay-prone hubs enables management to improve operational planning and resource allocation.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Helps prioritize corrective actions in critical operational locations.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Reason Behind the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High shipment volumes, operational workload imbalance, transportation delays, and resource limitations may contribute to increased SLA breaches.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Hubs supporting long-distance or high-frequency delivery routes may experience greater delivery pressure.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3A007-09B8-4791-4F79-4CFC7C1A5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1133187"/>
            <a:ext cx="5715000" cy="49917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242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0830-C74D-5CE3-794E-9DD3475B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F235-86BE-E6CD-9433-13E905BD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Route &amp; Delivery Efficiency Analysis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9F136E54-82DB-1B6B-9555-36686C1E54EF}"/>
              </a:ext>
            </a:extLst>
          </p:cNvPr>
          <p:cNvSpPr/>
          <p:nvPr/>
        </p:nvSpPr>
        <p:spPr>
          <a:xfrm>
            <a:off x="6450866" y="1317853"/>
            <a:ext cx="4102056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Routes with Frequent SLA Breaches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F6125-74A2-0763-1A9B-F6C35660CA55}"/>
              </a:ext>
            </a:extLst>
          </p:cNvPr>
          <p:cNvSpPr txBox="1"/>
          <p:nvPr/>
        </p:nvSpPr>
        <p:spPr>
          <a:xfrm>
            <a:off x="6450866" y="1909790"/>
            <a:ext cx="49231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Certain delivery routes consistently recorded higher SLA breaches, indicating operational bottlenecks and inefficient transportation corridors.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Why This Insight Is Important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Identifying delay-prone routes enables management to optimize delivery planning and improve transportation efficiency.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Helps reduce customer dissatisfaction caused by delayed deliveries.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Reason Behind the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Long travel distances, transportation congestion, route complexity, and higher shipment frequency may contribute to increased delivery delays on specific routes.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Limited transport flexibility and operational dependency on certain corridors can also affect SLA performance.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68C95-6761-7D34-CD00-6D36DE6A0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38784"/>
            <a:ext cx="5715000" cy="47115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1068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1207E-34F6-9F1C-8474-D19EA6E29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B027-A012-E75A-87E1-5DE5AC05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Route &amp; Delivery Efficiency Analysis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9AC6A19-A1D9-3DB6-7380-140B56EDD3CD}"/>
              </a:ext>
            </a:extLst>
          </p:cNvPr>
          <p:cNvSpPr/>
          <p:nvPr/>
        </p:nvSpPr>
        <p:spPr>
          <a:xfrm>
            <a:off x="6450866" y="1317853"/>
            <a:ext cx="4158040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Average Delivery Time by Region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1951D-E113-6F21-C8BA-A87B71F0443D}"/>
              </a:ext>
            </a:extLst>
          </p:cNvPr>
          <p:cNvSpPr txBox="1"/>
          <p:nvPr/>
        </p:nvSpPr>
        <p:spPr>
          <a:xfrm>
            <a:off x="6450866" y="1909790"/>
            <a:ext cx="49231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Delivery performance varied across regions, with some regions recording longer average delivery timelines.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Why This Insight Is Important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Regional delivery analysis helps management identify areas requiring operational improvement and route optimization.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Supports better logistics planning and transportation efficiency monitoring.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Reason Behind the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Differences in transportation infrastructure, shipment distance, regional demand, and route complexity may influence delivery duration across regions.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High shipment concentration in certain regions can also increase operational pressure and delivery time.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2BCCA-ADDE-FE54-DB61-6F52A423F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35" y="1584828"/>
            <a:ext cx="5459965" cy="36309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4377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2F5DE-0B85-28D1-B0BD-27B23B6F5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DB8B-8D4D-68B1-4860-95D7C01E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Cost &amp; Profitability Analysis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C67401AF-D86A-2CB1-3443-31EC3D236C93}"/>
              </a:ext>
            </a:extLst>
          </p:cNvPr>
          <p:cNvSpPr/>
          <p:nvPr/>
        </p:nvSpPr>
        <p:spPr>
          <a:xfrm>
            <a:off x="6450866" y="1317853"/>
            <a:ext cx="4158040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Fuel Cost by Transport Mode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4561E-4D94-A113-2458-68B8DC41F31B}"/>
              </a:ext>
            </a:extLst>
          </p:cNvPr>
          <p:cNvSpPr txBox="1"/>
          <p:nvPr/>
        </p:nvSpPr>
        <p:spPr>
          <a:xfrm>
            <a:off x="6450866" y="1909790"/>
            <a:ext cx="49231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Certain transport modes contributed disproportionately to overall fuel expenditure, indicating differences in transportation efficiency.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Why This Insight Is Important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Fuel cost is a major operational expense in logistics operations.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Monitoring transport-wise fuel spending helps management identify cost optimization opportunities and improve transportation planning.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Reason Behind the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Differences in transportation distance, shipment volume, fuel consumption patterns, and transport infrastructure may influence fuel expenditure across transport modes.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Air and road transportation generally involve higher fuel-related operational costs compared to rail-based movement.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7FE64-6F5D-9D3E-6733-FA3D0DF09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30721"/>
            <a:ext cx="5609253" cy="32238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4272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0B96-0DBD-3427-7E73-49C285D4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EAB5-1FAC-599D-19BD-DA4DCBF4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Cost &amp; Profitability Analysis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6D0E678-5426-4B7D-CFE4-8DABF5B5016B}"/>
              </a:ext>
            </a:extLst>
          </p:cNvPr>
          <p:cNvSpPr/>
          <p:nvPr/>
        </p:nvSpPr>
        <p:spPr>
          <a:xfrm>
            <a:off x="6450866" y="1317853"/>
            <a:ext cx="4158040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High-Cost Delivery Routes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9625B-A300-874F-2F92-7777026C91AA}"/>
              </a:ext>
            </a:extLst>
          </p:cNvPr>
          <p:cNvSpPr txBox="1"/>
          <p:nvPr/>
        </p:nvSpPr>
        <p:spPr>
          <a:xfrm>
            <a:off x="6450866" y="1909790"/>
            <a:ext cx="49231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Key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Certain delivery routes consistently incurred significantly higher operational costs compared to other shipment corridors.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Why This Insight Is Important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High-cost routes directly impact logistics profitability and operational efficiency.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Identifying expensive transportation corridors helps management optimize route planning and reduce operational expenditure.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Reason Behind the Insight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Longer shipment distances, higher fuel consumption, transportation complexity, and shipment handling requirements may contribute to increased operational costs.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Routes requiring frequent long-distance transportation or specialized cargo handling can also increase logistics spending.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830937-8C8D-8F2A-61FA-FD74C3B02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15" y="1435973"/>
            <a:ext cx="5560985" cy="37247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8732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4659A1-1049-9722-EF27-74AEC63AD6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Delivery &amp; SLA Performance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E85944B-7D42-8381-FB51-E5E14A36A3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Hub Operations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E1756C-70AF-C41C-7F37-83AFAC6EAC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Transportation &amp; Cost Efficiency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BE682E3-26DA-5178-09C6-9FA362A869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Business Intelligence Impact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66BE397-4FDE-B00A-DAC1-CE2C9E4B012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SLA breaches were concentrated in specific delivery routes and operational hubs. </a:t>
            </a:r>
          </a:p>
          <a:p>
            <a:r>
              <a:rPr lang="en-US" dirty="0"/>
              <a:t>Longer shipment distances showed a higher tendency for delayed deliveries. </a:t>
            </a:r>
          </a:p>
          <a:p>
            <a:r>
              <a:rPr lang="en-US" dirty="0"/>
              <a:t>Delivery performance varied significantly across regions and transport modes.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7B669B4-CB1E-7483-19CD-AA1F82635C0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Certain hubs processed substantially higher shipment volumes, indicating uneven operational workload distribution. </a:t>
            </a:r>
          </a:p>
          <a:p>
            <a:r>
              <a:rPr lang="en-US" dirty="0"/>
              <a:t>Capacity utilization remained high in major hubs, highlighting infrastructure dependency on key operational centers. </a:t>
            </a:r>
          </a:p>
          <a:p>
            <a:r>
              <a:rPr lang="en-US" dirty="0"/>
              <a:t>Hub operating costs differed considerably across locations.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491146-B0EE-AFAA-0566-0A00A402810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Transportation costs increased with shipment distance and transport complexity. </a:t>
            </a:r>
          </a:p>
          <a:p>
            <a:r>
              <a:rPr lang="en-US" dirty="0"/>
              <a:t>Fuel cost contribution was higher for road and air transport operations. Some delivery routes consistently showed higher operational costs per shipment.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135EA1F-3AC1-2A24-618F-AA81E7B9509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Centralized dashboards improved visibility into logistics operations and KPI monitoring. </a:t>
            </a:r>
          </a:p>
          <a:p>
            <a:r>
              <a:rPr lang="en-US" dirty="0"/>
              <a:t>Interactive analytics enabled faster identification of operational bottlenecks and cost drivers. </a:t>
            </a:r>
          </a:p>
          <a:p>
            <a:r>
              <a:rPr lang="en-US" dirty="0"/>
              <a:t>Real-time performance tracking supported data-driven operational decision-making.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9FC9367-03C7-17CE-64FA-ED78370F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&amp; Insights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4724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3314-6A4A-873C-F8B9-D7878E11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0D4BD-8D0C-A7C8-A626-CA9FD8847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6" y="1068290"/>
            <a:ext cx="11430000" cy="527652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Improve Route Optimization</a:t>
            </a:r>
          </a:p>
          <a:p>
            <a:pPr lvl="1"/>
            <a:r>
              <a:rPr lang="en-US" dirty="0"/>
              <a:t>Re-evaluate high SLA breach routes to reduce delivery delays and transportation inefficiencies. </a:t>
            </a:r>
          </a:p>
          <a:p>
            <a:pPr lvl="1"/>
            <a:r>
              <a:rPr lang="en-US" dirty="0"/>
              <a:t>Optimize long-distance shipment planning using suitable transport modes. </a:t>
            </a:r>
          </a:p>
          <a:p>
            <a:pPr marL="0" indent="0">
              <a:buNone/>
            </a:pPr>
            <a:r>
              <a:rPr lang="en-US" b="1" dirty="0"/>
              <a:t>Enhance Hub Performance</a:t>
            </a:r>
          </a:p>
          <a:p>
            <a:pPr lvl="1"/>
            <a:r>
              <a:rPr lang="en-US" dirty="0"/>
              <a:t>Balance shipment workload across hubs to reduce operational pressure on high-volume locations. </a:t>
            </a:r>
          </a:p>
          <a:p>
            <a:pPr lvl="1"/>
            <a:r>
              <a:rPr lang="en-US" dirty="0"/>
              <a:t>Improve resource allocation and throughput management for underperforming hubs. </a:t>
            </a:r>
          </a:p>
          <a:p>
            <a:pPr marL="0" indent="0">
              <a:buNone/>
            </a:pPr>
            <a:r>
              <a:rPr lang="en-US" b="1" dirty="0"/>
              <a:t>Reduce Operational Costs</a:t>
            </a:r>
          </a:p>
          <a:p>
            <a:pPr lvl="1"/>
            <a:r>
              <a:rPr lang="en-US" dirty="0"/>
              <a:t>Monitor fuel-intensive transport operations and improve transportation efficiency. </a:t>
            </a:r>
          </a:p>
          <a:p>
            <a:pPr lvl="1"/>
            <a:r>
              <a:rPr lang="en-US" dirty="0"/>
              <a:t>Optimize high-cost delivery routes through better route planning and shipment consolidation. </a:t>
            </a:r>
          </a:p>
          <a:p>
            <a:pPr marL="0" indent="0">
              <a:buNone/>
            </a:pPr>
            <a:r>
              <a:rPr lang="en-US" b="1" dirty="0"/>
              <a:t>Strengthen SLA Compliance</a:t>
            </a:r>
          </a:p>
          <a:p>
            <a:pPr lvl="1"/>
            <a:r>
              <a:rPr lang="en-US" dirty="0"/>
              <a:t>Implement proactive monitoring for delay-prone routes and hubs. </a:t>
            </a:r>
          </a:p>
          <a:p>
            <a:pPr lvl="1"/>
            <a:r>
              <a:rPr lang="en-US" dirty="0"/>
              <a:t>Use real-time KPI tracking for faster operational response and issue resolution. </a:t>
            </a:r>
          </a:p>
          <a:p>
            <a:pPr marL="0" indent="0">
              <a:buNone/>
            </a:pPr>
            <a:r>
              <a:rPr lang="en-US" b="1" dirty="0"/>
              <a:t>Improve Decision-Making</a:t>
            </a:r>
          </a:p>
          <a:p>
            <a:pPr lvl="1"/>
            <a:r>
              <a:rPr lang="en-US" dirty="0"/>
              <a:t>Utilize centralized Power BI dashboards for continuous operational monitoring. </a:t>
            </a:r>
          </a:p>
          <a:p>
            <a:pPr lvl="1"/>
            <a:r>
              <a:rPr lang="en-US" dirty="0"/>
              <a:t>Enable management teams to make data-driven logistics and capacity planning decisions.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1560C-62B2-AED3-1168-49970173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8132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6442-A028-6E13-DFBB-885189B6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5033-B7E2-D4F4-AA5B-CB42E84F0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6" y="1068290"/>
            <a:ext cx="11430000" cy="527652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Improved Delivery Monitoring</a:t>
            </a:r>
          </a:p>
          <a:p>
            <a:pPr lvl="1"/>
            <a:r>
              <a:rPr lang="en-US" dirty="0"/>
              <a:t>Enabled centralized tracking of SLA compliance and delivery performance. </a:t>
            </a:r>
          </a:p>
          <a:p>
            <a:pPr lvl="1"/>
            <a:r>
              <a:rPr lang="en-US" dirty="0"/>
              <a:t>Improved visibility into delay-prone routes and operational bottlenecks. </a:t>
            </a:r>
          </a:p>
          <a:p>
            <a:pPr marL="0" indent="0">
              <a:buNone/>
            </a:pPr>
            <a:r>
              <a:rPr lang="en-US" b="1" dirty="0"/>
              <a:t>Enhanced Operational Efficiency</a:t>
            </a:r>
          </a:p>
          <a:p>
            <a:pPr lvl="1"/>
            <a:r>
              <a:rPr lang="en-US" dirty="0"/>
              <a:t>Supported hub-level performance monitoring and capacity utilization analysis. </a:t>
            </a:r>
          </a:p>
          <a:p>
            <a:pPr lvl="1"/>
            <a:r>
              <a:rPr lang="en-US" dirty="0"/>
              <a:t>Enabled identification of inefficient transportation and shipment routes. </a:t>
            </a:r>
          </a:p>
          <a:p>
            <a:pPr marL="0" indent="0">
              <a:buNone/>
            </a:pPr>
            <a:r>
              <a:rPr lang="en-US" b="1" dirty="0"/>
              <a:t>Better Cost Management</a:t>
            </a:r>
          </a:p>
          <a:p>
            <a:pPr lvl="1"/>
            <a:r>
              <a:rPr lang="en-US" dirty="0"/>
              <a:t>Improved visibility into transportation, fuel, and handling costs. </a:t>
            </a:r>
          </a:p>
          <a:p>
            <a:pPr lvl="1"/>
            <a:r>
              <a:rPr lang="en-US" dirty="0"/>
              <a:t>Enabled monitoring of high-cost routes and shipment operations. </a:t>
            </a:r>
          </a:p>
          <a:p>
            <a:pPr marL="0" indent="0">
              <a:buNone/>
            </a:pPr>
            <a:r>
              <a:rPr lang="en-US" b="1" dirty="0"/>
              <a:t>Data-Driven Decision Making</a:t>
            </a:r>
          </a:p>
          <a:p>
            <a:pPr lvl="1"/>
            <a:r>
              <a:rPr lang="en-US" dirty="0"/>
              <a:t>Provided interactive KPI dashboards for operational and strategic analysis. </a:t>
            </a:r>
          </a:p>
          <a:p>
            <a:pPr lvl="1"/>
            <a:r>
              <a:rPr lang="en-US" dirty="0"/>
              <a:t>Improved business reporting through centralized Power BI analytics. </a:t>
            </a:r>
          </a:p>
          <a:p>
            <a:pPr marL="0" indent="0">
              <a:buNone/>
            </a:pPr>
            <a:r>
              <a:rPr lang="en-US" b="1" dirty="0"/>
              <a:t>Scalable Analytics Framework</a:t>
            </a:r>
          </a:p>
          <a:p>
            <a:pPr lvl="1"/>
            <a:r>
              <a:rPr lang="en-US" dirty="0"/>
              <a:t>Implemented a structured star schema data model for scalable reporting. </a:t>
            </a:r>
          </a:p>
          <a:p>
            <a:pPr lvl="1"/>
            <a:r>
              <a:rPr lang="en-US" dirty="0"/>
              <a:t>Enabled future expansion for predictive logistics and advanced analytics integration.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93252-35A1-2C41-9F11-7142BC26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8391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29704-BEB1-1361-4503-5F3E65BF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2B2023-20DE-1CE6-AB7D-389944C4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7" y="2643127"/>
            <a:ext cx="8554819" cy="1325563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13A61-5D4F-BC49-C6E0-323602A4F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</p:spPr>
        <p:txBody>
          <a:bodyPr/>
          <a:lstStyle/>
          <a:p>
            <a:fld id="{B8EF017E-7E2A-413B-B87D-069BC04BAA61}" type="datetime4">
              <a:rPr lang="en-GB" smtClean="0"/>
              <a:t>13 May 2026</a:t>
            </a:fld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4554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BE44-7B02-708C-67C5-A0228A5C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98C3-7068-958C-3E9E-156B088E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Executive Dashboard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13B5A-7CC7-285E-5812-99731333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459" y="1138785"/>
            <a:ext cx="7266541" cy="5096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58A718-089D-2DFA-1C14-1339C0144DE4}"/>
              </a:ext>
            </a:extLst>
          </p:cNvPr>
          <p:cNvSpPr txBox="1"/>
          <p:nvPr/>
        </p:nvSpPr>
        <p:spPr>
          <a:xfrm>
            <a:off x="381000" y="1885215"/>
            <a:ext cx="43980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  Interactive KPI monitoring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  SLA compliance trend analysis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  Transport mode distribution analysis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  City-wise SLA breach monitoring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  Dynamic filtering and drill-down capability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  Navigation across multiple analytical pages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  Reset filter functionality for improved user interaction </a:t>
            </a:r>
          </a:p>
          <a:p>
            <a:pPr lvl="1"/>
            <a:br>
              <a:rPr lang="en-US" sz="1200" dirty="0"/>
            </a:br>
            <a:endParaRPr lang="en-US" sz="1200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E57D12C7-FCB4-6EBF-1179-FC7929654FB5}"/>
              </a:ext>
            </a:extLst>
          </p:cNvPr>
          <p:cNvSpPr/>
          <p:nvPr/>
        </p:nvSpPr>
        <p:spPr>
          <a:xfrm>
            <a:off x="484516" y="1272052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Key Dashboard Features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47CE1818-79EC-BB99-F04E-4B8D34AAF5D7}"/>
              </a:ext>
            </a:extLst>
          </p:cNvPr>
          <p:cNvSpPr/>
          <p:nvPr/>
        </p:nvSpPr>
        <p:spPr>
          <a:xfrm>
            <a:off x="484516" y="3633400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Dashboard Benefits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918044-5014-AA72-7C56-DCF53D3A046C}"/>
              </a:ext>
            </a:extLst>
          </p:cNvPr>
          <p:cNvSpPr txBox="1"/>
          <p:nvPr/>
        </p:nvSpPr>
        <p:spPr>
          <a:xfrm>
            <a:off x="381000" y="4385619"/>
            <a:ext cx="4294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Improved visibility into logistics operations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Faster identification of operational bottlenecks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Enhanced decision-making through centralized analytics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Better monitoring of delivery performance and service reliability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1750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B359-4150-1CE6-B7E4-E42666CCF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5785-CC26-0817-CC82-9119306D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Hub Performance Analysis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8CB63BB9-BAFE-BAA5-3453-51F0F6A85A80}"/>
              </a:ext>
            </a:extLst>
          </p:cNvPr>
          <p:cNvSpPr/>
          <p:nvPr/>
        </p:nvSpPr>
        <p:spPr>
          <a:xfrm>
            <a:off x="484516" y="1272052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Key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2C881-6554-5E9D-529E-B225E927C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550" y="1272052"/>
            <a:ext cx="7219504" cy="50964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5A08C4-CBDB-917C-F315-895B5C16BDB8}"/>
              </a:ext>
            </a:extLst>
          </p:cNvPr>
          <p:cNvSpPr txBox="1"/>
          <p:nvPr/>
        </p:nvSpPr>
        <p:spPr>
          <a:xfrm>
            <a:off x="381000" y="1818188"/>
            <a:ext cx="40976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Edinburgh processed the highest shipment volume among all hubs, indicating its role as a major operational center.</a:t>
            </a:r>
          </a:p>
          <a:p>
            <a:r>
              <a:rPr lang="en-US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Certain hubs showed higher SLA breach counts, highlighting potential delivery bottlenecks and operational inefficiencies.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Hub operating costs varied significantly across locations, suggesting differences in operational scale and resource allocation.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Regional and central hubs contributed differently to shipment processing and SLA performance, enabling comparative operational analysis.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54AE9950-0AFA-5611-C869-68FAB0A93BF1}"/>
              </a:ext>
            </a:extLst>
          </p:cNvPr>
          <p:cNvSpPr/>
          <p:nvPr/>
        </p:nvSpPr>
        <p:spPr>
          <a:xfrm>
            <a:off x="381000" y="4680510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Business Value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A27EB-CFC2-A421-F8DD-C614142103AE}"/>
              </a:ext>
            </a:extLst>
          </p:cNvPr>
          <p:cNvSpPr txBox="1"/>
          <p:nvPr/>
        </p:nvSpPr>
        <p:spPr>
          <a:xfrm>
            <a:off x="381000" y="5093379"/>
            <a:ext cx="40976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The hub-level analysis enables management to:</a:t>
            </a:r>
          </a:p>
          <a:p>
            <a:pPr lvl="1"/>
            <a:endParaRPr lang="en-US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improve hub efficiency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reduce operational delays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balance shipment workload across the network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9330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E6BF2-15B4-E196-5B44-E969904B6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F6D1F-D9BC-E2AA-4EBB-2AC4F7C1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Route &amp; Delivery Efficiency Analysis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B98FF152-7FE0-881A-B7BA-89305A456706}"/>
              </a:ext>
            </a:extLst>
          </p:cNvPr>
          <p:cNvSpPr/>
          <p:nvPr/>
        </p:nvSpPr>
        <p:spPr>
          <a:xfrm>
            <a:off x="484516" y="1272052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Key Insights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5B42E82-1109-01DB-6A21-98AAD85CB0B7}"/>
              </a:ext>
            </a:extLst>
          </p:cNvPr>
          <p:cNvSpPr/>
          <p:nvPr/>
        </p:nvSpPr>
        <p:spPr>
          <a:xfrm>
            <a:off x="381000" y="3906116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Business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CF7ED-8B0C-2E85-199E-D6850123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865" y="1272052"/>
            <a:ext cx="7218135" cy="50964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EE444E-0D07-BC5C-4D48-AEC82F285579}"/>
              </a:ext>
            </a:extLst>
          </p:cNvPr>
          <p:cNvSpPr txBox="1"/>
          <p:nvPr/>
        </p:nvSpPr>
        <p:spPr>
          <a:xfrm>
            <a:off x="484516" y="1733689"/>
            <a:ext cx="41910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Certain delivery routes consistently recorded higher SLA breaches, indicating operational bottlenecks in specific shipment corridors.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Average delivery time varied across regions, highlighting differences in route efficiency and transportation performance. 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Distance-based operational analysis enabled identification of high-risk delivery routes requiring optimization.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E6701F-06B7-C9F0-CE34-6C6DA476D32D}"/>
              </a:ext>
            </a:extLst>
          </p:cNvPr>
          <p:cNvSpPr txBox="1"/>
          <p:nvPr/>
        </p:nvSpPr>
        <p:spPr>
          <a:xfrm>
            <a:off x="484516" y="4452252"/>
            <a:ext cx="60975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The route analysis enables management to:</a:t>
            </a:r>
          </a:p>
          <a:p>
            <a:pPr>
              <a:buNone/>
            </a:pPr>
            <a:endParaRPr lang="en-US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improve delivery planning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optimize transportation routes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reduce SLA violations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improve customer delivery reliability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monitor route-wise operational efficiency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572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4F4A4-0703-0692-67B1-A14BCFA5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9761-926C-5D40-3252-9544501D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 dirty="0"/>
              <a:t>Cost &amp; Profitability Analysis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4F428D6-DFDB-0297-9E34-0ED10C98FBD9}"/>
              </a:ext>
            </a:extLst>
          </p:cNvPr>
          <p:cNvSpPr/>
          <p:nvPr/>
        </p:nvSpPr>
        <p:spPr>
          <a:xfrm>
            <a:off x="484516" y="1272052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Key Insights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E20CD95E-6346-AC4A-5526-E588438427CD}"/>
              </a:ext>
            </a:extLst>
          </p:cNvPr>
          <p:cNvSpPr/>
          <p:nvPr/>
        </p:nvSpPr>
        <p:spPr>
          <a:xfrm>
            <a:off x="381000" y="3809118"/>
            <a:ext cx="3667123" cy="412869"/>
          </a:xfrm>
          <a:prstGeom prst="parallelogram">
            <a:avLst>
              <a:gd name="adj" fmla="val 48098"/>
            </a:avLst>
          </a:prstGeom>
          <a:gradFill>
            <a:gsLst>
              <a:gs pos="0">
                <a:srgbClr val="71EAE1"/>
              </a:gs>
              <a:gs pos="100000">
                <a:srgbClr val="6BD3DB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Business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53DD2-430C-2766-E50C-24CB26E11490}"/>
              </a:ext>
            </a:extLst>
          </p:cNvPr>
          <p:cNvSpPr txBox="1"/>
          <p:nvPr/>
        </p:nvSpPr>
        <p:spPr>
          <a:xfrm>
            <a:off x="484516" y="1733689"/>
            <a:ext cx="41910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Certain delivery routes incurred significantly higher operational costs, indicating inefficient transportation corridors and resource-intensive deliveries.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Fuel cost contribution varied across transport modes, with road and air transport showing higher operational expenditure.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Cost per shipment differed across hubs and routes, highlighting regional cost variations and operational inefficiencies.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B77F2-857E-294C-5C51-CF676E72EC40}"/>
              </a:ext>
            </a:extLst>
          </p:cNvPr>
          <p:cNvSpPr txBox="1"/>
          <p:nvPr/>
        </p:nvSpPr>
        <p:spPr>
          <a:xfrm>
            <a:off x="484516" y="4355254"/>
            <a:ext cx="60975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cost analysis enables management to:</a:t>
            </a:r>
          </a:p>
          <a:p>
            <a:endParaRPr lang="en-US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monitor operational expenditure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identify high-cost logistics routes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improve transportation efficiency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optimize shipment planning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support profitability-focused decision-making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097B3-B180-F031-385C-129F9DC39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865" y="1260917"/>
            <a:ext cx="7218135" cy="50964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08810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TITLE PAGES" val="EfXtb7rC"/>
  <p:tag name="ARTICULATE_DESIGN_ID_2_DIVIDERS" val="ZK4CN9BO"/>
  <p:tag name="ARTICULATE_DESIGN_ID_3_MAIN CONTENT PAGES" val="D9qnVY0J"/>
  <p:tag name="ARTICULATE_PROJECT_OPEN" val="0"/>
  <p:tag name="ARTICULATE_SLIDE_COUNT" val="1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Title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Client.pptx" id="{25E8C778-7965-4444-9350-F8CBBDA39817}" vid="{49A23A7B-0E29-4919-A6B1-F71C6B211232}"/>
    </a:ext>
  </a:extLst>
</a:theme>
</file>

<file path=ppt/theme/theme2.xml><?xml version="1.0" encoding="utf-8"?>
<a:theme xmlns:a="http://schemas.openxmlformats.org/drawingml/2006/main" name="2_Divider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Client.pptx" id="{25E8C778-7965-4444-9350-F8CBBDA39817}" vid="{E4967B06-D35A-4DA8-886D-287F2191C024}"/>
    </a:ext>
  </a:extLst>
</a:theme>
</file>

<file path=ppt/theme/theme3.xml><?xml version="1.0" encoding="utf-8"?>
<a:theme xmlns:a="http://schemas.openxmlformats.org/drawingml/2006/main" name="3_Main Content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lIns="90000" tIns="90000" rIns="90000" bIns="90000" rtlCol="0" anchor="t"/>
      <a:lstStyle>
        <a:defPPr algn="l"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90000" rIns="90000" bIns="90000" rtlCol="0">
        <a:noAutofit/>
      </a:bodyPr>
      <a:lstStyle>
        <a:defPPr algn="l">
          <a:defRPr sz="12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MAN PPT Template v4_Client.pptx" id="{25E8C778-7965-4444-9350-F8CBBDA39817}" vid="{6C39E82B-054E-41A6-A93B-F34F01A4D414}"/>
    </a:ext>
  </a:extLst>
</a:theme>
</file>

<file path=ppt/theme/theme4.xml><?xml version="1.0" encoding="utf-8"?>
<a:theme xmlns:a="http://schemas.openxmlformats.org/drawingml/2006/main" name="4_Main Content - Dark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Client.pptx" id="{25E8C778-7965-4444-9350-F8CBBDA39817}" vid="{BBD86AE8-F9DA-45E8-A7D4-1389306C62C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b11a77-7788-46fd-9668-95ec4506d6ec">
      <Terms xmlns="http://schemas.microsoft.com/office/infopath/2007/PartnerControls"/>
    </lcf76f155ced4ddcb4097134ff3c332f>
    <TaxCatchAll xmlns="d6ec6e21-06be-401a-af9b-7c1579062cf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405374391C1641A168C1236A716607" ma:contentTypeVersion="10" ma:contentTypeDescription="Create a new document." ma:contentTypeScope="" ma:versionID="9040f28cd1bf84cbe318fe6949289fbf">
  <xsd:schema xmlns:xsd="http://www.w3.org/2001/XMLSchema" xmlns:xs="http://www.w3.org/2001/XMLSchema" xmlns:p="http://schemas.microsoft.com/office/2006/metadata/properties" xmlns:ns2="a5b11a77-7788-46fd-9668-95ec4506d6ec" xmlns:ns3="d6ec6e21-06be-401a-af9b-7c1579062cf2" targetNamespace="http://schemas.microsoft.com/office/2006/metadata/properties" ma:root="true" ma:fieldsID="4c5b1c311192f1f4607b2d74600ad70b" ns2:_="" ns3:_="">
    <xsd:import namespace="a5b11a77-7788-46fd-9668-95ec4506d6ec"/>
    <xsd:import namespace="d6ec6e21-06be-401a-af9b-7c1579062c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11a77-7788-46fd-9668-95ec4506d6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90ee516-008d-467c-846c-f354b89760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ec6e21-06be-401a-af9b-7c1579062c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54a59fc-f3fb-48c0-921a-e0f917b12790}" ma:internalName="TaxCatchAll" ma:showField="CatchAllData" ma:web="d6ec6e21-06be-401a-af9b-7c1579062c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F3EB76-8CD1-42DC-A5B4-0C9E7E64B257}">
  <ds:schemaRefs>
    <ds:schemaRef ds:uri="129c0084-c7fc-4643-8158-88ab432b6090"/>
    <ds:schemaRef ds:uri="2456dc46-8947-4d6b-b004-dfd73fc159fd"/>
    <ds:schemaRef ds:uri="5cd17271-0186-4a94-a8e5-2a85c0fb5d22"/>
    <ds:schemaRef ds:uri="bc82aed4-c161-4654-bb9f-d351edfac1aa"/>
    <ds:schemaRef ds:uri="http://schemas.microsoft.com/office/2006/metadata/properties"/>
    <ds:schemaRef ds:uri="http://schemas.microsoft.com/office/infopath/2007/PartnerControls"/>
    <ds:schemaRef ds:uri="5d77a8e7-c444-4283-889f-57960fbbbf2f"/>
    <ds:schemaRef ds:uri="f2e6bbe5-cc0b-46a3-88fa-8a107c98f798"/>
    <ds:schemaRef ds:uri="a5b11a77-7788-46fd-9668-95ec4506d6ec"/>
    <ds:schemaRef ds:uri="d6ec6e21-06be-401a-af9b-7c1579062cf2"/>
  </ds:schemaRefs>
</ds:datastoreItem>
</file>

<file path=customXml/itemProps2.xml><?xml version="1.0" encoding="utf-8"?>
<ds:datastoreItem xmlns:ds="http://schemas.openxmlformats.org/officeDocument/2006/customXml" ds:itemID="{93F1708D-1B6D-402B-918F-3F625FD07B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6AF35B-446A-4B89-B3EE-6F620896D0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b11a77-7788-46fd-9668-95ec4506d6ec"/>
    <ds:schemaRef ds:uri="d6ec6e21-06be-401a-af9b-7c1579062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JMAN PPT Template v4_Client</Template>
  <TotalTime>366</TotalTime>
  <Words>2206</Words>
  <Application>Microsoft Office PowerPoint</Application>
  <PresentationFormat>Widescreen</PresentationFormat>
  <Paragraphs>359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Wingdings</vt:lpstr>
      <vt:lpstr>1_Title Pages</vt:lpstr>
      <vt:lpstr>2_Dividers</vt:lpstr>
      <vt:lpstr>3_Main Content Pages</vt:lpstr>
      <vt:lpstr>4_Main Content - Dark</vt:lpstr>
      <vt:lpstr>Logistics &amp; Distribution Network Performance Optimization</vt:lpstr>
      <vt:lpstr>Contents</vt:lpstr>
      <vt:lpstr>Contents</vt:lpstr>
      <vt:lpstr>Business Problem Statement</vt:lpstr>
      <vt:lpstr>PowerPoint Presentation</vt:lpstr>
      <vt:lpstr>Dataset Overview</vt:lpstr>
      <vt:lpstr>Data Preparation &amp; Modeling</vt:lpstr>
      <vt:lpstr>Dashboard KPIs &amp; Metrics</vt:lpstr>
      <vt:lpstr>Dashboard KPIs &amp; Metrics</vt:lpstr>
      <vt:lpstr>Executive Dashboard Overview</vt:lpstr>
      <vt:lpstr>Executive Dashboard Overview</vt:lpstr>
      <vt:lpstr>Hub Performance Analysis</vt:lpstr>
      <vt:lpstr>Hub Performance Analysis</vt:lpstr>
      <vt:lpstr>Route &amp; Delivery Efficiency Analysis</vt:lpstr>
      <vt:lpstr>Route &amp; Delivery Efficiency Analysis</vt:lpstr>
      <vt:lpstr>Cost &amp; Profitability Analysis</vt:lpstr>
      <vt:lpstr>Cost &amp; Profitability Analysis</vt:lpstr>
      <vt:lpstr>Key Findings &amp; Insights</vt:lpstr>
      <vt:lpstr>Recommendations</vt:lpstr>
      <vt:lpstr>Business Impact</vt:lpstr>
      <vt:lpstr>THANK YOU</vt:lpstr>
      <vt:lpstr>Executive Dashboard Overview</vt:lpstr>
      <vt:lpstr>Hub Performance Analysis</vt:lpstr>
      <vt:lpstr>Route &amp; Delivery Efficiency Analysis</vt:lpstr>
      <vt:lpstr>Cost &amp; Profitability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Velavan Raja</dc:creator>
  <cp:lastModifiedBy>Karthik Velavan Raja</cp:lastModifiedBy>
  <cp:revision>7</cp:revision>
  <dcterms:created xsi:type="dcterms:W3CDTF">2026-05-12T09:13:32Z</dcterms:created>
  <dcterms:modified xsi:type="dcterms:W3CDTF">2026-05-13T06:51:34Z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0x01010007405374391C1641A168C1236A716607</vt:lpwstr>
  </property>
  <property fmtid="{D5CDD505-2E9C-101B-9397-08002B2CF9AE}" pid="3" name="MediaServiceImageTags">
    <vt:lpwstr/>
  </property>
  <property fmtid="{D5CDD505-2E9C-101B-9397-08002B2CF9AE}" pid="4" name="ArticulateGUID">
    <vt:lpwstr>B6761189-D80D-4F7F-8E79-33C88E746AEA</vt:lpwstr>
  </property>
  <property fmtid="{D5CDD505-2E9C-101B-9397-08002B2CF9AE}" pid="5" name="ArticulatePath">
    <vt:lpwstr>221117_JMAN PPT Master v2.0_IG (1)</vt:lpwstr>
  </property>
</Properties>
</file>